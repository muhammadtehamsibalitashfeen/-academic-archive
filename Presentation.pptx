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37"/>
  </p:notesMasterIdLst>
  <p:sldIdLst>
    <p:sldId id="256" r:id="rId2"/>
    <p:sldId id="257" r:id="rId3"/>
    <p:sldId id="262" r:id="rId4"/>
    <p:sldId id="261" r:id="rId5"/>
    <p:sldId id="263" r:id="rId6"/>
    <p:sldId id="264" r:id="rId7"/>
    <p:sldId id="267" r:id="rId8"/>
    <p:sldId id="265" r:id="rId9"/>
    <p:sldId id="266" r:id="rId10"/>
    <p:sldId id="258" r:id="rId11"/>
    <p:sldId id="260" r:id="rId12"/>
    <p:sldId id="269" r:id="rId13"/>
    <p:sldId id="271" r:id="rId14"/>
    <p:sldId id="272" r:id="rId15"/>
    <p:sldId id="275" r:id="rId16"/>
    <p:sldId id="276" r:id="rId17"/>
    <p:sldId id="278" r:id="rId18"/>
    <p:sldId id="279" r:id="rId19"/>
    <p:sldId id="280" r:id="rId20"/>
    <p:sldId id="292" r:id="rId21"/>
    <p:sldId id="273" r:id="rId22"/>
    <p:sldId id="274" r:id="rId23"/>
    <p:sldId id="277" r:id="rId24"/>
    <p:sldId id="281" r:id="rId25"/>
    <p:sldId id="282" r:id="rId26"/>
    <p:sldId id="283" r:id="rId27"/>
    <p:sldId id="284" r:id="rId28"/>
    <p:sldId id="285" r:id="rId29"/>
    <p:sldId id="286" r:id="rId30"/>
    <p:sldId id="287" r:id="rId31"/>
    <p:sldId id="288" r:id="rId32"/>
    <p:sldId id="289" r:id="rId33"/>
    <p:sldId id="293" r:id="rId34"/>
    <p:sldId id="290"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A4013B-91F9-CE86-0193-467029C3660D}" v="246" dt="2024-02-16T08:34:43.273"/>
    <p1510:client id="{39E90FE9-BDBF-DDCD-BA25-2E247584291B}" v="322" dt="2024-02-15T22:06:37.954"/>
    <p1510:client id="{91E01D61-75C7-576D-A862-A1816B211F4B}" v="78" dt="2024-02-16T02:53:30.744"/>
    <p1510:client id="{A8FD73D0-5421-973B-8E80-CC886D75D107}" v="71" dt="2024-02-16T22:09:00.910"/>
    <p1510:client id="{AC2821AE-854E-7FAC-72CD-36BF1C874D0A}" v="982" dt="2024-02-15T01:21:18.970"/>
    <p1510:client id="{B3B2069A-4788-AF40-D25B-C406DCAF81BF}" v="22" dt="2024-02-16T08:40:16.909"/>
    <p1510:client id="{C1DE5DBE-2209-328B-41F3-40C6B33BD5AD}" v="219" dt="2024-02-15T23:34:31.2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ata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03CFC2-3C59-448E-97E0-BB2C0B268A9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28B6FB9-DD39-493D-9539-7A37B548627B}">
      <dgm:prSet/>
      <dgm:spPr/>
      <dgm:t>
        <a:bodyPr/>
        <a:lstStyle/>
        <a:p>
          <a:r>
            <a:rPr lang="en-US"/>
            <a:t>Various Sources of Information are utilized that are beyond primary comminication</a:t>
          </a:r>
        </a:p>
      </dgm:t>
    </dgm:pt>
    <dgm:pt modelId="{6AE79FCA-3127-414A-9F59-58D1279F2373}" type="parTrans" cxnId="{E3FCA969-BA4B-444E-8724-0C1AF6D15733}">
      <dgm:prSet/>
      <dgm:spPr/>
      <dgm:t>
        <a:bodyPr/>
        <a:lstStyle/>
        <a:p>
          <a:endParaRPr lang="en-US"/>
        </a:p>
      </dgm:t>
    </dgm:pt>
    <dgm:pt modelId="{ED2302C6-7120-4C9E-8559-660A3E67E4F4}" type="sibTrans" cxnId="{E3FCA969-BA4B-444E-8724-0C1AF6D15733}">
      <dgm:prSet/>
      <dgm:spPr/>
      <dgm:t>
        <a:bodyPr/>
        <a:lstStyle/>
        <a:p>
          <a:endParaRPr lang="en-US"/>
        </a:p>
      </dgm:t>
    </dgm:pt>
    <dgm:pt modelId="{8A0A5E24-F3B5-4C69-9AE2-BB689987D6C6}">
      <dgm:prSet/>
      <dgm:spPr/>
      <dgm:t>
        <a:bodyPr/>
        <a:lstStyle/>
        <a:p>
          <a:r>
            <a:rPr lang="en-US"/>
            <a:t>Secure main data pathways but not consider others??</a:t>
          </a:r>
        </a:p>
      </dgm:t>
    </dgm:pt>
    <dgm:pt modelId="{517BA4C0-38A9-4D64-BA4D-2BDF8DE7F29A}" type="parTrans" cxnId="{4B47C530-9661-49A5-9309-08DB85D75E05}">
      <dgm:prSet/>
      <dgm:spPr/>
      <dgm:t>
        <a:bodyPr/>
        <a:lstStyle/>
        <a:p>
          <a:endParaRPr lang="en-US"/>
        </a:p>
      </dgm:t>
    </dgm:pt>
    <dgm:pt modelId="{506D5BF8-803A-44FF-B941-243849E338B9}" type="sibTrans" cxnId="{4B47C530-9661-49A5-9309-08DB85D75E05}">
      <dgm:prSet/>
      <dgm:spPr/>
      <dgm:t>
        <a:bodyPr/>
        <a:lstStyle/>
        <a:p>
          <a:endParaRPr lang="en-US"/>
        </a:p>
      </dgm:t>
    </dgm:pt>
    <dgm:pt modelId="{FBC2EB32-07DE-4B70-87A9-CA12419940B5}" type="pres">
      <dgm:prSet presAssocID="{6203CFC2-3C59-448E-97E0-BB2C0B268A9B}" presName="root" presStyleCnt="0">
        <dgm:presLayoutVars>
          <dgm:dir/>
          <dgm:resizeHandles val="exact"/>
        </dgm:presLayoutVars>
      </dgm:prSet>
      <dgm:spPr/>
    </dgm:pt>
    <dgm:pt modelId="{6C05B88E-0A94-47D3-B80A-CF1CB467E115}" type="pres">
      <dgm:prSet presAssocID="{528B6FB9-DD39-493D-9539-7A37B548627B}" presName="compNode" presStyleCnt="0"/>
      <dgm:spPr/>
    </dgm:pt>
    <dgm:pt modelId="{12A88E25-AF5F-4F39-9752-DC2D155DB4CE}" type="pres">
      <dgm:prSet presAssocID="{528B6FB9-DD39-493D-9539-7A37B548627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87E7EF7-1846-47F8-8572-5E1D18B3A6B3}" type="pres">
      <dgm:prSet presAssocID="{528B6FB9-DD39-493D-9539-7A37B548627B}" presName="spaceRect" presStyleCnt="0"/>
      <dgm:spPr/>
    </dgm:pt>
    <dgm:pt modelId="{D1C955AB-7A83-44FE-9423-AE8F61F4CE54}" type="pres">
      <dgm:prSet presAssocID="{528B6FB9-DD39-493D-9539-7A37B548627B}" presName="textRect" presStyleLbl="revTx" presStyleIdx="0" presStyleCnt="2">
        <dgm:presLayoutVars>
          <dgm:chMax val="1"/>
          <dgm:chPref val="1"/>
        </dgm:presLayoutVars>
      </dgm:prSet>
      <dgm:spPr/>
    </dgm:pt>
    <dgm:pt modelId="{9EDF732D-DEAB-4120-AD41-042B572B4E10}" type="pres">
      <dgm:prSet presAssocID="{ED2302C6-7120-4C9E-8559-660A3E67E4F4}" presName="sibTrans" presStyleCnt="0"/>
      <dgm:spPr/>
    </dgm:pt>
    <dgm:pt modelId="{A5DFFD9C-7FA5-412A-8261-B44FBDB3B0C9}" type="pres">
      <dgm:prSet presAssocID="{8A0A5E24-F3B5-4C69-9AE2-BB689987D6C6}" presName="compNode" presStyleCnt="0"/>
      <dgm:spPr/>
    </dgm:pt>
    <dgm:pt modelId="{FBF15768-AC5B-4E1D-AC31-16F585BDCF03}" type="pres">
      <dgm:prSet presAssocID="{8A0A5E24-F3B5-4C69-9AE2-BB689987D6C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1A25ACFF-0EB1-4AA9-AB21-4752929D977F}" type="pres">
      <dgm:prSet presAssocID="{8A0A5E24-F3B5-4C69-9AE2-BB689987D6C6}" presName="spaceRect" presStyleCnt="0"/>
      <dgm:spPr/>
    </dgm:pt>
    <dgm:pt modelId="{D0547C07-586E-4ED9-9D5C-255FF629251C}" type="pres">
      <dgm:prSet presAssocID="{8A0A5E24-F3B5-4C69-9AE2-BB689987D6C6}" presName="textRect" presStyleLbl="revTx" presStyleIdx="1" presStyleCnt="2">
        <dgm:presLayoutVars>
          <dgm:chMax val="1"/>
          <dgm:chPref val="1"/>
        </dgm:presLayoutVars>
      </dgm:prSet>
      <dgm:spPr/>
    </dgm:pt>
  </dgm:ptLst>
  <dgm:cxnLst>
    <dgm:cxn modelId="{4B47C530-9661-49A5-9309-08DB85D75E05}" srcId="{6203CFC2-3C59-448E-97E0-BB2C0B268A9B}" destId="{8A0A5E24-F3B5-4C69-9AE2-BB689987D6C6}" srcOrd="1" destOrd="0" parTransId="{517BA4C0-38A9-4D64-BA4D-2BDF8DE7F29A}" sibTransId="{506D5BF8-803A-44FF-B941-243849E338B9}"/>
    <dgm:cxn modelId="{E3FCA969-BA4B-444E-8724-0C1AF6D15733}" srcId="{6203CFC2-3C59-448E-97E0-BB2C0B268A9B}" destId="{528B6FB9-DD39-493D-9539-7A37B548627B}" srcOrd="0" destOrd="0" parTransId="{6AE79FCA-3127-414A-9F59-58D1279F2373}" sibTransId="{ED2302C6-7120-4C9E-8559-660A3E67E4F4}"/>
    <dgm:cxn modelId="{6E9EA88C-3198-463A-848A-4A277FD2B00B}" type="presOf" srcId="{528B6FB9-DD39-493D-9539-7A37B548627B}" destId="{D1C955AB-7A83-44FE-9423-AE8F61F4CE54}" srcOrd="0" destOrd="0" presId="urn:microsoft.com/office/officeart/2018/2/layout/IconLabelList"/>
    <dgm:cxn modelId="{4CF9DD8C-6A95-4F5C-9C46-63AED2F15D8B}" type="presOf" srcId="{6203CFC2-3C59-448E-97E0-BB2C0B268A9B}" destId="{FBC2EB32-07DE-4B70-87A9-CA12419940B5}" srcOrd="0" destOrd="0" presId="urn:microsoft.com/office/officeart/2018/2/layout/IconLabelList"/>
    <dgm:cxn modelId="{9557889F-6D9B-4EAF-BCDD-E952DF524EE7}" type="presOf" srcId="{8A0A5E24-F3B5-4C69-9AE2-BB689987D6C6}" destId="{D0547C07-586E-4ED9-9D5C-255FF629251C}" srcOrd="0" destOrd="0" presId="urn:microsoft.com/office/officeart/2018/2/layout/IconLabelList"/>
    <dgm:cxn modelId="{1DDB5A4F-C47A-4D63-9461-1F17E0B4D515}" type="presParOf" srcId="{FBC2EB32-07DE-4B70-87A9-CA12419940B5}" destId="{6C05B88E-0A94-47D3-B80A-CF1CB467E115}" srcOrd="0" destOrd="0" presId="urn:microsoft.com/office/officeart/2018/2/layout/IconLabelList"/>
    <dgm:cxn modelId="{9BBE1E4A-BFE6-4E5C-8A81-38755A55F42F}" type="presParOf" srcId="{6C05B88E-0A94-47D3-B80A-CF1CB467E115}" destId="{12A88E25-AF5F-4F39-9752-DC2D155DB4CE}" srcOrd="0" destOrd="0" presId="urn:microsoft.com/office/officeart/2018/2/layout/IconLabelList"/>
    <dgm:cxn modelId="{1F724F26-2DFE-4A44-8EAF-5A4BECDE85D2}" type="presParOf" srcId="{6C05B88E-0A94-47D3-B80A-CF1CB467E115}" destId="{487E7EF7-1846-47F8-8572-5E1D18B3A6B3}" srcOrd="1" destOrd="0" presId="urn:microsoft.com/office/officeart/2018/2/layout/IconLabelList"/>
    <dgm:cxn modelId="{BCBAE32B-3A7C-41B8-B798-EBFF37AED741}" type="presParOf" srcId="{6C05B88E-0A94-47D3-B80A-CF1CB467E115}" destId="{D1C955AB-7A83-44FE-9423-AE8F61F4CE54}" srcOrd="2" destOrd="0" presId="urn:microsoft.com/office/officeart/2018/2/layout/IconLabelList"/>
    <dgm:cxn modelId="{BEABA9FE-B953-44B0-8FF2-BA5407034AF2}" type="presParOf" srcId="{FBC2EB32-07DE-4B70-87A9-CA12419940B5}" destId="{9EDF732D-DEAB-4120-AD41-042B572B4E10}" srcOrd="1" destOrd="0" presId="urn:microsoft.com/office/officeart/2018/2/layout/IconLabelList"/>
    <dgm:cxn modelId="{EF0F9010-C762-4F67-868D-51E5F661DF33}" type="presParOf" srcId="{FBC2EB32-07DE-4B70-87A9-CA12419940B5}" destId="{A5DFFD9C-7FA5-412A-8261-B44FBDB3B0C9}" srcOrd="2" destOrd="0" presId="urn:microsoft.com/office/officeart/2018/2/layout/IconLabelList"/>
    <dgm:cxn modelId="{A451F37B-1939-45E5-AFDF-EEFB64F8D74D}" type="presParOf" srcId="{A5DFFD9C-7FA5-412A-8261-B44FBDB3B0C9}" destId="{FBF15768-AC5B-4E1D-AC31-16F585BDCF03}" srcOrd="0" destOrd="0" presId="urn:microsoft.com/office/officeart/2018/2/layout/IconLabelList"/>
    <dgm:cxn modelId="{EC7A603D-EEB0-44E2-BD38-FDB7CB34B97C}" type="presParOf" srcId="{A5DFFD9C-7FA5-412A-8261-B44FBDB3B0C9}" destId="{1A25ACFF-0EB1-4AA9-AB21-4752929D977F}" srcOrd="1" destOrd="0" presId="urn:microsoft.com/office/officeart/2018/2/layout/IconLabelList"/>
    <dgm:cxn modelId="{15D4B5E1-89EE-485F-AB22-87979426419B}" type="presParOf" srcId="{A5DFFD9C-7FA5-412A-8261-B44FBDB3B0C9}" destId="{D0547C07-586E-4ED9-9D5C-255FF629251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485E6D-69AD-45AC-9274-4AD2030E263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B915D62A-4030-47A1-B8D7-45FCCF7813DB}">
      <dgm:prSet/>
      <dgm:spPr/>
      <dgm:t>
        <a:bodyPr/>
        <a:lstStyle/>
        <a:p>
          <a:r>
            <a:rPr lang="en-US"/>
            <a:t>Encryption keys</a:t>
          </a:r>
        </a:p>
      </dgm:t>
    </dgm:pt>
    <dgm:pt modelId="{8EB369A3-F825-4E75-9E7D-93FF1D47845A}" type="parTrans" cxnId="{2ECE871B-938E-4B51-92D8-451E6646529E}">
      <dgm:prSet/>
      <dgm:spPr/>
      <dgm:t>
        <a:bodyPr/>
        <a:lstStyle/>
        <a:p>
          <a:endParaRPr lang="en-US"/>
        </a:p>
      </dgm:t>
    </dgm:pt>
    <dgm:pt modelId="{E374274B-1CA7-4883-B878-11E60111BC37}" type="sibTrans" cxnId="{2ECE871B-938E-4B51-92D8-451E6646529E}">
      <dgm:prSet/>
      <dgm:spPr/>
      <dgm:t>
        <a:bodyPr/>
        <a:lstStyle/>
        <a:p>
          <a:endParaRPr lang="en-US"/>
        </a:p>
      </dgm:t>
    </dgm:pt>
    <dgm:pt modelId="{AFAC2E28-0543-43D3-A88B-A46ABE0E4C11}">
      <dgm:prSet/>
      <dgm:spPr/>
      <dgm:t>
        <a:bodyPr/>
        <a:lstStyle/>
        <a:p>
          <a:r>
            <a:rPr lang="en-US"/>
            <a:t>Passwords, or </a:t>
          </a:r>
        </a:p>
      </dgm:t>
    </dgm:pt>
    <dgm:pt modelId="{C6C98607-6B8F-40BB-AB9C-41D2BA6A345E}" type="parTrans" cxnId="{5AE21A56-5D93-453F-B10A-5A5A1F0E1A90}">
      <dgm:prSet/>
      <dgm:spPr/>
      <dgm:t>
        <a:bodyPr/>
        <a:lstStyle/>
        <a:p>
          <a:endParaRPr lang="en-US"/>
        </a:p>
      </dgm:t>
    </dgm:pt>
    <dgm:pt modelId="{AE6DC583-BF9C-44C2-BADD-240476F8D88D}" type="sibTrans" cxnId="{5AE21A56-5D93-453F-B10A-5A5A1F0E1A90}">
      <dgm:prSet/>
      <dgm:spPr/>
      <dgm:t>
        <a:bodyPr/>
        <a:lstStyle/>
        <a:p>
          <a:endParaRPr lang="en-US"/>
        </a:p>
      </dgm:t>
    </dgm:pt>
    <dgm:pt modelId="{61AE33AA-54C9-48A4-A84D-99EDD900DB38}">
      <dgm:prSet/>
      <dgm:spPr/>
      <dgm:t>
        <a:bodyPr/>
        <a:lstStyle/>
        <a:p>
          <a:r>
            <a:rPr lang="en-US">
              <a:latin typeface="Posterama"/>
            </a:rPr>
            <a:t>Personal</a:t>
          </a:r>
          <a:r>
            <a:rPr lang="en-US"/>
            <a:t> identifiable Information(PII)</a:t>
          </a:r>
        </a:p>
      </dgm:t>
    </dgm:pt>
    <dgm:pt modelId="{FDB16D68-E7FF-4C39-9114-4210226B5CAF}" type="parTrans" cxnId="{14526FA8-498D-4485-8AB0-C070C1F290A6}">
      <dgm:prSet/>
      <dgm:spPr/>
      <dgm:t>
        <a:bodyPr/>
        <a:lstStyle/>
        <a:p>
          <a:endParaRPr lang="en-US"/>
        </a:p>
      </dgm:t>
    </dgm:pt>
    <dgm:pt modelId="{E69EB60C-ED95-4305-A3EA-06ECCD674647}" type="sibTrans" cxnId="{14526FA8-498D-4485-8AB0-C070C1F290A6}">
      <dgm:prSet/>
      <dgm:spPr/>
      <dgm:t>
        <a:bodyPr/>
        <a:lstStyle/>
        <a:p>
          <a:endParaRPr lang="en-US"/>
        </a:p>
      </dgm:t>
    </dgm:pt>
    <dgm:pt modelId="{CD7EAED7-8A77-4807-A0C7-17CC8955BB77}">
      <dgm:prSet/>
      <dgm:spPr/>
      <dgm:t>
        <a:bodyPr/>
        <a:lstStyle/>
        <a:p>
          <a:r>
            <a:rPr lang="en-US"/>
            <a:t>Secret data</a:t>
          </a:r>
        </a:p>
      </dgm:t>
    </dgm:pt>
    <dgm:pt modelId="{083BDAA9-6E8C-4C97-9EA5-1EC2C2142DAF}" type="parTrans" cxnId="{99CBD911-F1B7-42A0-B212-6B65F5626CBB}">
      <dgm:prSet/>
      <dgm:spPr/>
      <dgm:t>
        <a:bodyPr/>
        <a:lstStyle/>
        <a:p>
          <a:endParaRPr lang="en-US"/>
        </a:p>
      </dgm:t>
    </dgm:pt>
    <dgm:pt modelId="{94FA26F6-2A23-47D5-98FA-08F7A9E9C508}" type="sibTrans" cxnId="{99CBD911-F1B7-42A0-B212-6B65F5626CBB}">
      <dgm:prSet/>
      <dgm:spPr/>
      <dgm:t>
        <a:bodyPr/>
        <a:lstStyle/>
        <a:p>
          <a:endParaRPr lang="en-US"/>
        </a:p>
      </dgm:t>
    </dgm:pt>
    <dgm:pt modelId="{BA909B02-B81F-45A5-9807-EDB79B95E037}">
      <dgm:prSet/>
      <dgm:spPr/>
      <dgm:t>
        <a:bodyPr/>
        <a:lstStyle/>
        <a:p>
          <a:r>
            <a:rPr lang="en-US"/>
            <a:t>User activity (visited websites, running programs, …)</a:t>
          </a:r>
        </a:p>
      </dgm:t>
    </dgm:pt>
    <dgm:pt modelId="{268AF486-4B97-4485-9397-7DA666917638}" type="parTrans" cxnId="{BF46DE81-6D2D-409D-A805-8A4C1D238761}">
      <dgm:prSet/>
      <dgm:spPr/>
      <dgm:t>
        <a:bodyPr/>
        <a:lstStyle/>
        <a:p>
          <a:endParaRPr lang="en-US"/>
        </a:p>
      </dgm:t>
    </dgm:pt>
    <dgm:pt modelId="{B4313F1F-F062-4D07-98D1-EEAE58F27470}" type="sibTrans" cxnId="{BF46DE81-6D2D-409D-A805-8A4C1D238761}">
      <dgm:prSet/>
      <dgm:spPr/>
      <dgm:t>
        <a:bodyPr/>
        <a:lstStyle/>
        <a:p>
          <a:endParaRPr lang="en-US"/>
        </a:p>
      </dgm:t>
    </dgm:pt>
    <dgm:pt modelId="{0EFA99A7-8FA0-49AC-8665-91FF5D5F047F}">
      <dgm:prSet/>
      <dgm:spPr/>
      <dgm:t>
        <a:bodyPr/>
        <a:lstStyle/>
        <a:p>
          <a:r>
            <a:rPr lang="en-US"/>
            <a:t>Keystroke Timings</a:t>
          </a:r>
        </a:p>
      </dgm:t>
    </dgm:pt>
    <dgm:pt modelId="{A16EA77A-9549-45A3-BBDB-6230E2959F8F}" type="parTrans" cxnId="{FDC24FAA-AD00-4C4F-B6DF-A7D1FB0E07A7}">
      <dgm:prSet/>
      <dgm:spPr/>
      <dgm:t>
        <a:bodyPr/>
        <a:lstStyle/>
        <a:p>
          <a:endParaRPr lang="en-US"/>
        </a:p>
      </dgm:t>
    </dgm:pt>
    <dgm:pt modelId="{ED72E3C5-224C-4453-9532-606A2EECC200}" type="sibTrans" cxnId="{FDC24FAA-AD00-4C4F-B6DF-A7D1FB0E07A7}">
      <dgm:prSet/>
      <dgm:spPr/>
      <dgm:t>
        <a:bodyPr/>
        <a:lstStyle/>
        <a:p>
          <a:endParaRPr lang="en-US"/>
        </a:p>
      </dgm:t>
    </dgm:pt>
    <dgm:pt modelId="{61259C9C-7075-4134-9F55-7CECC472E23B}">
      <dgm:prSet/>
      <dgm:spPr/>
      <dgm:t>
        <a:bodyPr/>
        <a:lstStyle/>
        <a:p>
          <a:r>
            <a:rPr lang="en-US"/>
            <a:t>….....!</a:t>
          </a:r>
        </a:p>
      </dgm:t>
    </dgm:pt>
    <dgm:pt modelId="{F012D487-2998-4787-B2A8-F24F9D8A393D}" type="parTrans" cxnId="{F9C925D1-B693-45DB-921D-6875384E8A9F}">
      <dgm:prSet/>
      <dgm:spPr/>
      <dgm:t>
        <a:bodyPr/>
        <a:lstStyle/>
        <a:p>
          <a:endParaRPr lang="en-US"/>
        </a:p>
      </dgm:t>
    </dgm:pt>
    <dgm:pt modelId="{1D74D846-2577-4980-9EBE-BEF7A8FB02E5}" type="sibTrans" cxnId="{F9C925D1-B693-45DB-921D-6875384E8A9F}">
      <dgm:prSet/>
      <dgm:spPr/>
      <dgm:t>
        <a:bodyPr/>
        <a:lstStyle/>
        <a:p>
          <a:endParaRPr lang="en-US"/>
        </a:p>
      </dgm:t>
    </dgm:pt>
    <dgm:pt modelId="{78C2B9BF-FC93-46C0-AA34-0B28D47FA701}" type="pres">
      <dgm:prSet presAssocID="{BC485E6D-69AD-45AC-9274-4AD2030E2633}" presName="diagram" presStyleCnt="0">
        <dgm:presLayoutVars>
          <dgm:dir/>
          <dgm:resizeHandles val="exact"/>
        </dgm:presLayoutVars>
      </dgm:prSet>
      <dgm:spPr/>
    </dgm:pt>
    <dgm:pt modelId="{0CC15092-D1FD-43DB-A618-5A68025A4B88}" type="pres">
      <dgm:prSet presAssocID="{B915D62A-4030-47A1-B8D7-45FCCF7813DB}" presName="node" presStyleLbl="node1" presStyleIdx="0" presStyleCnt="7">
        <dgm:presLayoutVars>
          <dgm:bulletEnabled val="1"/>
        </dgm:presLayoutVars>
      </dgm:prSet>
      <dgm:spPr/>
    </dgm:pt>
    <dgm:pt modelId="{77C7F748-1F13-477F-A0CE-FEFDBF651B89}" type="pres">
      <dgm:prSet presAssocID="{E374274B-1CA7-4883-B878-11E60111BC37}" presName="sibTrans" presStyleCnt="0"/>
      <dgm:spPr/>
    </dgm:pt>
    <dgm:pt modelId="{878DCC37-9419-4173-97AD-679B6843BE42}" type="pres">
      <dgm:prSet presAssocID="{AFAC2E28-0543-43D3-A88B-A46ABE0E4C11}" presName="node" presStyleLbl="node1" presStyleIdx="1" presStyleCnt="7">
        <dgm:presLayoutVars>
          <dgm:bulletEnabled val="1"/>
        </dgm:presLayoutVars>
      </dgm:prSet>
      <dgm:spPr/>
    </dgm:pt>
    <dgm:pt modelId="{F744E20D-91F5-416B-BE38-E4EFD4152CC8}" type="pres">
      <dgm:prSet presAssocID="{AE6DC583-BF9C-44C2-BADD-240476F8D88D}" presName="sibTrans" presStyleCnt="0"/>
      <dgm:spPr/>
    </dgm:pt>
    <dgm:pt modelId="{7187DA0A-238F-4D4F-9E9C-1D62ECF3E640}" type="pres">
      <dgm:prSet presAssocID="{61AE33AA-54C9-48A4-A84D-99EDD900DB38}" presName="node" presStyleLbl="node1" presStyleIdx="2" presStyleCnt="7">
        <dgm:presLayoutVars>
          <dgm:bulletEnabled val="1"/>
        </dgm:presLayoutVars>
      </dgm:prSet>
      <dgm:spPr/>
    </dgm:pt>
    <dgm:pt modelId="{B34C18A4-FC25-4FB6-B0E0-3D74CB42A13C}" type="pres">
      <dgm:prSet presAssocID="{E69EB60C-ED95-4305-A3EA-06ECCD674647}" presName="sibTrans" presStyleCnt="0"/>
      <dgm:spPr/>
    </dgm:pt>
    <dgm:pt modelId="{D9393D56-FEF8-43B0-B46F-A8AD19E05D73}" type="pres">
      <dgm:prSet presAssocID="{CD7EAED7-8A77-4807-A0C7-17CC8955BB77}" presName="node" presStyleLbl="node1" presStyleIdx="3" presStyleCnt="7">
        <dgm:presLayoutVars>
          <dgm:bulletEnabled val="1"/>
        </dgm:presLayoutVars>
      </dgm:prSet>
      <dgm:spPr/>
    </dgm:pt>
    <dgm:pt modelId="{C3ACC6A1-0E15-4AAF-BE95-92201FF49250}" type="pres">
      <dgm:prSet presAssocID="{94FA26F6-2A23-47D5-98FA-08F7A9E9C508}" presName="sibTrans" presStyleCnt="0"/>
      <dgm:spPr/>
    </dgm:pt>
    <dgm:pt modelId="{A3CC5077-DA66-4C2F-B614-5D1871DE628A}" type="pres">
      <dgm:prSet presAssocID="{BA909B02-B81F-45A5-9807-EDB79B95E037}" presName="node" presStyleLbl="node1" presStyleIdx="4" presStyleCnt="7">
        <dgm:presLayoutVars>
          <dgm:bulletEnabled val="1"/>
        </dgm:presLayoutVars>
      </dgm:prSet>
      <dgm:spPr/>
    </dgm:pt>
    <dgm:pt modelId="{D2C89A8F-0678-4707-B68B-9EE11E828764}" type="pres">
      <dgm:prSet presAssocID="{B4313F1F-F062-4D07-98D1-EEAE58F27470}" presName="sibTrans" presStyleCnt="0"/>
      <dgm:spPr/>
    </dgm:pt>
    <dgm:pt modelId="{5551B65A-5D40-4C77-9FD7-2D9FCA072D6F}" type="pres">
      <dgm:prSet presAssocID="{0EFA99A7-8FA0-49AC-8665-91FF5D5F047F}" presName="node" presStyleLbl="node1" presStyleIdx="5" presStyleCnt="7">
        <dgm:presLayoutVars>
          <dgm:bulletEnabled val="1"/>
        </dgm:presLayoutVars>
      </dgm:prSet>
      <dgm:spPr/>
    </dgm:pt>
    <dgm:pt modelId="{F110E94F-EA9C-4D65-BB22-F0C2B82ABA4B}" type="pres">
      <dgm:prSet presAssocID="{ED72E3C5-224C-4453-9532-606A2EECC200}" presName="sibTrans" presStyleCnt="0"/>
      <dgm:spPr/>
    </dgm:pt>
    <dgm:pt modelId="{F3D9DAF6-495B-4ACC-AD5E-C224F49BB767}" type="pres">
      <dgm:prSet presAssocID="{61259C9C-7075-4134-9F55-7CECC472E23B}" presName="node" presStyleLbl="node1" presStyleIdx="6" presStyleCnt="7">
        <dgm:presLayoutVars>
          <dgm:bulletEnabled val="1"/>
        </dgm:presLayoutVars>
      </dgm:prSet>
      <dgm:spPr/>
    </dgm:pt>
  </dgm:ptLst>
  <dgm:cxnLst>
    <dgm:cxn modelId="{395B710F-08E8-42AF-9BDA-E954BBCCBB9A}" type="presOf" srcId="{AFAC2E28-0543-43D3-A88B-A46ABE0E4C11}" destId="{878DCC37-9419-4173-97AD-679B6843BE42}" srcOrd="0" destOrd="0" presId="urn:microsoft.com/office/officeart/2005/8/layout/default"/>
    <dgm:cxn modelId="{99CBD911-F1B7-42A0-B212-6B65F5626CBB}" srcId="{BC485E6D-69AD-45AC-9274-4AD2030E2633}" destId="{CD7EAED7-8A77-4807-A0C7-17CC8955BB77}" srcOrd="3" destOrd="0" parTransId="{083BDAA9-6E8C-4C97-9EA5-1EC2C2142DAF}" sibTransId="{94FA26F6-2A23-47D5-98FA-08F7A9E9C508}"/>
    <dgm:cxn modelId="{2ECE871B-938E-4B51-92D8-451E6646529E}" srcId="{BC485E6D-69AD-45AC-9274-4AD2030E2633}" destId="{B915D62A-4030-47A1-B8D7-45FCCF7813DB}" srcOrd="0" destOrd="0" parTransId="{8EB369A3-F825-4E75-9E7D-93FF1D47845A}" sibTransId="{E374274B-1CA7-4883-B878-11E60111BC37}"/>
    <dgm:cxn modelId="{CF9C431F-E710-4825-8EEF-B72A7E8B3596}" type="presOf" srcId="{0EFA99A7-8FA0-49AC-8665-91FF5D5F047F}" destId="{5551B65A-5D40-4C77-9FD7-2D9FCA072D6F}" srcOrd="0" destOrd="0" presId="urn:microsoft.com/office/officeart/2005/8/layout/default"/>
    <dgm:cxn modelId="{CCB7BB67-5F16-439D-817C-7A00A22C4010}" type="presOf" srcId="{B915D62A-4030-47A1-B8D7-45FCCF7813DB}" destId="{0CC15092-D1FD-43DB-A618-5A68025A4B88}" srcOrd="0" destOrd="0" presId="urn:microsoft.com/office/officeart/2005/8/layout/default"/>
    <dgm:cxn modelId="{5AE21A56-5D93-453F-B10A-5A5A1F0E1A90}" srcId="{BC485E6D-69AD-45AC-9274-4AD2030E2633}" destId="{AFAC2E28-0543-43D3-A88B-A46ABE0E4C11}" srcOrd="1" destOrd="0" parTransId="{C6C98607-6B8F-40BB-AB9C-41D2BA6A345E}" sibTransId="{AE6DC583-BF9C-44C2-BADD-240476F8D88D}"/>
    <dgm:cxn modelId="{2A78CC58-CE76-4D68-AAEC-99E6CE82E3DF}" type="presOf" srcId="{61AE33AA-54C9-48A4-A84D-99EDD900DB38}" destId="{7187DA0A-238F-4D4F-9E9C-1D62ECF3E640}" srcOrd="0" destOrd="0" presId="urn:microsoft.com/office/officeart/2005/8/layout/default"/>
    <dgm:cxn modelId="{BF46DE81-6D2D-409D-A805-8A4C1D238761}" srcId="{BC485E6D-69AD-45AC-9274-4AD2030E2633}" destId="{BA909B02-B81F-45A5-9807-EDB79B95E037}" srcOrd="4" destOrd="0" parTransId="{268AF486-4B97-4485-9397-7DA666917638}" sibTransId="{B4313F1F-F062-4D07-98D1-EEAE58F27470}"/>
    <dgm:cxn modelId="{129A11A0-1EF2-41E1-B074-C9CFB3B8AB16}" type="presOf" srcId="{CD7EAED7-8A77-4807-A0C7-17CC8955BB77}" destId="{D9393D56-FEF8-43B0-B46F-A8AD19E05D73}" srcOrd="0" destOrd="0" presId="urn:microsoft.com/office/officeart/2005/8/layout/default"/>
    <dgm:cxn modelId="{14526FA8-498D-4485-8AB0-C070C1F290A6}" srcId="{BC485E6D-69AD-45AC-9274-4AD2030E2633}" destId="{61AE33AA-54C9-48A4-A84D-99EDD900DB38}" srcOrd="2" destOrd="0" parTransId="{FDB16D68-E7FF-4C39-9114-4210226B5CAF}" sibTransId="{E69EB60C-ED95-4305-A3EA-06ECCD674647}"/>
    <dgm:cxn modelId="{FDC24FAA-AD00-4C4F-B6DF-A7D1FB0E07A7}" srcId="{BC485E6D-69AD-45AC-9274-4AD2030E2633}" destId="{0EFA99A7-8FA0-49AC-8665-91FF5D5F047F}" srcOrd="5" destOrd="0" parTransId="{A16EA77A-9549-45A3-BBDB-6230E2959F8F}" sibTransId="{ED72E3C5-224C-4453-9532-606A2EECC200}"/>
    <dgm:cxn modelId="{8650B2AA-B4BF-41AA-9B41-F3E7CE116A73}" type="presOf" srcId="{BA909B02-B81F-45A5-9807-EDB79B95E037}" destId="{A3CC5077-DA66-4C2F-B614-5D1871DE628A}" srcOrd="0" destOrd="0" presId="urn:microsoft.com/office/officeart/2005/8/layout/default"/>
    <dgm:cxn modelId="{A6A9CDBB-5332-4C03-9684-54C97CBA1585}" type="presOf" srcId="{BC485E6D-69AD-45AC-9274-4AD2030E2633}" destId="{78C2B9BF-FC93-46C0-AA34-0B28D47FA701}" srcOrd="0" destOrd="0" presId="urn:microsoft.com/office/officeart/2005/8/layout/default"/>
    <dgm:cxn modelId="{F9C925D1-B693-45DB-921D-6875384E8A9F}" srcId="{BC485E6D-69AD-45AC-9274-4AD2030E2633}" destId="{61259C9C-7075-4134-9F55-7CECC472E23B}" srcOrd="6" destOrd="0" parTransId="{F012D487-2998-4787-B2A8-F24F9D8A393D}" sibTransId="{1D74D846-2577-4980-9EBE-BEF7A8FB02E5}"/>
    <dgm:cxn modelId="{7CAC47E0-0919-4DBE-A57E-5BCBF3BBEB1A}" type="presOf" srcId="{61259C9C-7075-4134-9F55-7CECC472E23B}" destId="{F3D9DAF6-495B-4ACC-AD5E-C224F49BB767}" srcOrd="0" destOrd="0" presId="urn:microsoft.com/office/officeart/2005/8/layout/default"/>
    <dgm:cxn modelId="{AEE1F3E0-28AA-4091-8375-F4AA1184C0B3}" type="presParOf" srcId="{78C2B9BF-FC93-46C0-AA34-0B28D47FA701}" destId="{0CC15092-D1FD-43DB-A618-5A68025A4B88}" srcOrd="0" destOrd="0" presId="urn:microsoft.com/office/officeart/2005/8/layout/default"/>
    <dgm:cxn modelId="{9D1A0A37-0BE9-4589-8B91-48D96023D393}" type="presParOf" srcId="{78C2B9BF-FC93-46C0-AA34-0B28D47FA701}" destId="{77C7F748-1F13-477F-A0CE-FEFDBF651B89}" srcOrd="1" destOrd="0" presId="urn:microsoft.com/office/officeart/2005/8/layout/default"/>
    <dgm:cxn modelId="{E5DE533C-09EA-402D-A513-D753A8A2187C}" type="presParOf" srcId="{78C2B9BF-FC93-46C0-AA34-0B28D47FA701}" destId="{878DCC37-9419-4173-97AD-679B6843BE42}" srcOrd="2" destOrd="0" presId="urn:microsoft.com/office/officeart/2005/8/layout/default"/>
    <dgm:cxn modelId="{103A55CE-49D7-4C96-A6B5-7B452A2CBAB4}" type="presParOf" srcId="{78C2B9BF-FC93-46C0-AA34-0B28D47FA701}" destId="{F744E20D-91F5-416B-BE38-E4EFD4152CC8}" srcOrd="3" destOrd="0" presId="urn:microsoft.com/office/officeart/2005/8/layout/default"/>
    <dgm:cxn modelId="{45F22518-667A-4DC7-B5D8-B30F5D8DE853}" type="presParOf" srcId="{78C2B9BF-FC93-46C0-AA34-0B28D47FA701}" destId="{7187DA0A-238F-4D4F-9E9C-1D62ECF3E640}" srcOrd="4" destOrd="0" presId="urn:microsoft.com/office/officeart/2005/8/layout/default"/>
    <dgm:cxn modelId="{5F9D2F60-3D7E-43D0-9925-8C0609D4DA50}" type="presParOf" srcId="{78C2B9BF-FC93-46C0-AA34-0B28D47FA701}" destId="{B34C18A4-FC25-4FB6-B0E0-3D74CB42A13C}" srcOrd="5" destOrd="0" presId="urn:microsoft.com/office/officeart/2005/8/layout/default"/>
    <dgm:cxn modelId="{4A116A0A-F99C-4987-A7C0-07441301B08B}" type="presParOf" srcId="{78C2B9BF-FC93-46C0-AA34-0B28D47FA701}" destId="{D9393D56-FEF8-43B0-B46F-A8AD19E05D73}" srcOrd="6" destOrd="0" presId="urn:microsoft.com/office/officeart/2005/8/layout/default"/>
    <dgm:cxn modelId="{A4B3F780-3AF0-4371-B9E3-D6D0FDE41EEE}" type="presParOf" srcId="{78C2B9BF-FC93-46C0-AA34-0B28D47FA701}" destId="{C3ACC6A1-0E15-4AAF-BE95-92201FF49250}" srcOrd="7" destOrd="0" presId="urn:microsoft.com/office/officeart/2005/8/layout/default"/>
    <dgm:cxn modelId="{E4C34747-31E9-4D87-A69F-3A5150EDD94A}" type="presParOf" srcId="{78C2B9BF-FC93-46C0-AA34-0B28D47FA701}" destId="{A3CC5077-DA66-4C2F-B614-5D1871DE628A}" srcOrd="8" destOrd="0" presId="urn:microsoft.com/office/officeart/2005/8/layout/default"/>
    <dgm:cxn modelId="{397A0BC3-FBBB-4E08-A9A6-8182A7CEED5E}" type="presParOf" srcId="{78C2B9BF-FC93-46C0-AA34-0B28D47FA701}" destId="{D2C89A8F-0678-4707-B68B-9EE11E828764}" srcOrd="9" destOrd="0" presId="urn:microsoft.com/office/officeart/2005/8/layout/default"/>
    <dgm:cxn modelId="{AB0B2F03-511E-47B6-ABEC-F7841CF7D3FC}" type="presParOf" srcId="{78C2B9BF-FC93-46C0-AA34-0B28D47FA701}" destId="{5551B65A-5D40-4C77-9FD7-2D9FCA072D6F}" srcOrd="10" destOrd="0" presId="urn:microsoft.com/office/officeart/2005/8/layout/default"/>
    <dgm:cxn modelId="{977DAC80-C55F-4B5C-98D5-BB9C17ABF79F}" type="presParOf" srcId="{78C2B9BF-FC93-46C0-AA34-0B28D47FA701}" destId="{F110E94F-EA9C-4D65-BB22-F0C2B82ABA4B}" srcOrd="11" destOrd="0" presId="urn:microsoft.com/office/officeart/2005/8/layout/default"/>
    <dgm:cxn modelId="{EC5D1118-6000-4F81-AA06-B341BBE96BD4}" type="presParOf" srcId="{78C2B9BF-FC93-46C0-AA34-0B28D47FA701}" destId="{F3D9DAF6-495B-4ACC-AD5E-C224F49BB767}"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6F41E5-EE68-4646-9928-3C4255437539}" type="doc">
      <dgm:prSet loTypeId="urn:microsoft.com/office/officeart/2005/8/layout/default" loCatId="list" qsTypeId="urn:microsoft.com/office/officeart/2005/8/quickstyle/simple1" qsCatId="simple" csTypeId="urn:microsoft.com/office/officeart/2005/8/colors/accent0_3" csCatId="mainScheme"/>
      <dgm:spPr/>
      <dgm:t>
        <a:bodyPr/>
        <a:lstStyle/>
        <a:p>
          <a:endParaRPr lang="en-US"/>
        </a:p>
      </dgm:t>
    </dgm:pt>
    <dgm:pt modelId="{8239DD7E-7FD1-4650-BD45-0850F7FA0D74}">
      <dgm:prSet/>
      <dgm:spPr/>
      <dgm:t>
        <a:bodyPr/>
        <a:lstStyle/>
        <a:p>
          <a:r>
            <a:rPr lang="en-US"/>
            <a:t>Power</a:t>
          </a:r>
        </a:p>
      </dgm:t>
    </dgm:pt>
    <dgm:pt modelId="{FDB4BF29-8577-4DDD-A21F-01A0C5643A85}" type="parTrans" cxnId="{843A1D96-8683-4BAE-9FA8-465C4BF6C786}">
      <dgm:prSet/>
      <dgm:spPr/>
      <dgm:t>
        <a:bodyPr/>
        <a:lstStyle/>
        <a:p>
          <a:endParaRPr lang="en-US"/>
        </a:p>
      </dgm:t>
    </dgm:pt>
    <dgm:pt modelId="{274CF2E3-3736-4E93-9984-552ED0B570E3}" type="sibTrans" cxnId="{843A1D96-8683-4BAE-9FA8-465C4BF6C786}">
      <dgm:prSet/>
      <dgm:spPr/>
      <dgm:t>
        <a:bodyPr/>
        <a:lstStyle/>
        <a:p>
          <a:endParaRPr lang="en-US"/>
        </a:p>
      </dgm:t>
    </dgm:pt>
    <dgm:pt modelId="{55BD9FC4-0AA9-4412-A075-A1FF02DB2E2B}">
      <dgm:prSet/>
      <dgm:spPr/>
      <dgm:t>
        <a:bodyPr/>
        <a:lstStyle/>
        <a:p>
          <a:r>
            <a:rPr lang="en-US"/>
            <a:t>Time Electromagnetic Radiations</a:t>
          </a:r>
        </a:p>
      </dgm:t>
    </dgm:pt>
    <dgm:pt modelId="{C595BCB3-7C4C-48F0-AD5A-913C62312129}" type="parTrans" cxnId="{C1809305-B9DC-4681-AD10-738F11198289}">
      <dgm:prSet/>
      <dgm:spPr/>
      <dgm:t>
        <a:bodyPr/>
        <a:lstStyle/>
        <a:p>
          <a:endParaRPr lang="en-US"/>
        </a:p>
      </dgm:t>
    </dgm:pt>
    <dgm:pt modelId="{B1C13328-D3E1-41C1-93DB-1145B164021D}" type="sibTrans" cxnId="{C1809305-B9DC-4681-AD10-738F11198289}">
      <dgm:prSet/>
      <dgm:spPr/>
      <dgm:t>
        <a:bodyPr/>
        <a:lstStyle/>
        <a:p>
          <a:endParaRPr lang="en-US"/>
        </a:p>
      </dgm:t>
    </dgm:pt>
    <dgm:pt modelId="{8EBF0A4C-1C64-4D15-AB96-759D256E4F1F}">
      <dgm:prSet/>
      <dgm:spPr/>
      <dgm:t>
        <a:bodyPr/>
        <a:lstStyle/>
        <a:p>
          <a:r>
            <a:rPr lang="en-US"/>
            <a:t>Acoustic Cryptanalysis</a:t>
          </a:r>
        </a:p>
      </dgm:t>
    </dgm:pt>
    <dgm:pt modelId="{AA261102-F9A5-4583-8406-D07FE4E9D446}" type="parTrans" cxnId="{7B9AA9C0-03D6-4AB0-9357-BB42B8FC541C}">
      <dgm:prSet/>
      <dgm:spPr/>
      <dgm:t>
        <a:bodyPr/>
        <a:lstStyle/>
        <a:p>
          <a:endParaRPr lang="en-US"/>
        </a:p>
      </dgm:t>
    </dgm:pt>
    <dgm:pt modelId="{4F0AEA75-4C0E-4996-9DCC-8819248DFAE7}" type="sibTrans" cxnId="{7B9AA9C0-03D6-4AB0-9357-BB42B8FC541C}">
      <dgm:prSet/>
      <dgm:spPr/>
      <dgm:t>
        <a:bodyPr/>
        <a:lstStyle/>
        <a:p>
          <a:endParaRPr lang="en-US"/>
        </a:p>
      </dgm:t>
    </dgm:pt>
    <dgm:pt modelId="{D3BABB42-5B5C-4309-A9FC-A96C83161788}">
      <dgm:prSet/>
      <dgm:spPr/>
      <dgm:t>
        <a:bodyPr/>
        <a:lstStyle/>
        <a:p>
          <a:r>
            <a:rPr lang="en-US"/>
            <a:t>Cache-Based Attacks</a:t>
          </a:r>
        </a:p>
      </dgm:t>
    </dgm:pt>
    <dgm:pt modelId="{D57E55C4-2C51-4943-A7EE-2AC08DA47556}" type="parTrans" cxnId="{3BDC5FEC-CD67-4BA4-97FF-53ADA699CB01}">
      <dgm:prSet/>
      <dgm:spPr/>
      <dgm:t>
        <a:bodyPr/>
        <a:lstStyle/>
        <a:p>
          <a:endParaRPr lang="en-US"/>
        </a:p>
      </dgm:t>
    </dgm:pt>
    <dgm:pt modelId="{5B981207-9CEC-4D9B-86F9-C261AF18BAB5}" type="sibTrans" cxnId="{3BDC5FEC-CD67-4BA4-97FF-53ADA699CB01}">
      <dgm:prSet/>
      <dgm:spPr/>
      <dgm:t>
        <a:bodyPr/>
        <a:lstStyle/>
        <a:p>
          <a:endParaRPr lang="en-US"/>
        </a:p>
      </dgm:t>
    </dgm:pt>
    <dgm:pt modelId="{6FD6AA93-F84E-4902-9D0A-B61D8057D97C}">
      <dgm:prSet/>
      <dgm:spPr/>
      <dgm:t>
        <a:bodyPr/>
        <a:lstStyle/>
        <a:p>
          <a:r>
            <a:rPr lang="en-US" err="1"/>
            <a:t>Rowhammer</a:t>
          </a:r>
          <a:r>
            <a:rPr lang="en-US"/>
            <a:t> Attack</a:t>
          </a:r>
        </a:p>
      </dgm:t>
    </dgm:pt>
    <dgm:pt modelId="{3548785B-C3EA-42C7-8F9B-EF834E112A65}" type="parTrans" cxnId="{6C61ED36-75EE-4D8E-81E2-600741973816}">
      <dgm:prSet/>
      <dgm:spPr/>
      <dgm:t>
        <a:bodyPr/>
        <a:lstStyle/>
        <a:p>
          <a:endParaRPr lang="en-US"/>
        </a:p>
      </dgm:t>
    </dgm:pt>
    <dgm:pt modelId="{9EB04F32-D629-4464-B60E-4E77D38C2B97}" type="sibTrans" cxnId="{6C61ED36-75EE-4D8E-81E2-600741973816}">
      <dgm:prSet/>
      <dgm:spPr/>
      <dgm:t>
        <a:bodyPr/>
        <a:lstStyle/>
        <a:p>
          <a:endParaRPr lang="en-US"/>
        </a:p>
      </dgm:t>
    </dgm:pt>
    <dgm:pt modelId="{1507EB17-379B-4693-BA79-574EB9CB2C55}">
      <dgm:prSet/>
      <dgm:spPr/>
      <dgm:t>
        <a:bodyPr/>
        <a:lstStyle/>
        <a:p>
          <a:r>
            <a:rPr lang="en-US"/>
            <a:t>Fault Injection</a:t>
          </a:r>
        </a:p>
      </dgm:t>
    </dgm:pt>
    <dgm:pt modelId="{4B01B2B9-7164-4C32-A472-7B66B5A6ED18}" type="parTrans" cxnId="{1020BA04-1F72-4FCA-886E-1F0C98145258}">
      <dgm:prSet/>
      <dgm:spPr/>
      <dgm:t>
        <a:bodyPr/>
        <a:lstStyle/>
        <a:p>
          <a:endParaRPr lang="en-US"/>
        </a:p>
      </dgm:t>
    </dgm:pt>
    <dgm:pt modelId="{20474F52-DD2D-45B7-AA46-3EF2B9DDB652}" type="sibTrans" cxnId="{1020BA04-1F72-4FCA-886E-1F0C98145258}">
      <dgm:prSet/>
      <dgm:spPr/>
      <dgm:t>
        <a:bodyPr/>
        <a:lstStyle/>
        <a:p>
          <a:endParaRPr lang="en-US"/>
        </a:p>
      </dgm:t>
    </dgm:pt>
    <dgm:pt modelId="{6C409B90-EDC0-421B-8F1B-8B5509A34B86}">
      <dgm:prSet/>
      <dgm:spPr/>
      <dgm:t>
        <a:bodyPr/>
        <a:lstStyle/>
        <a:p>
          <a:r>
            <a:rPr lang="en-US"/>
            <a:t>Hardware </a:t>
          </a:r>
          <a:r>
            <a:rPr lang="en-US" err="1"/>
            <a:t>Trojon</a:t>
          </a:r>
          <a:endParaRPr lang="en-US"/>
        </a:p>
      </dgm:t>
    </dgm:pt>
    <dgm:pt modelId="{80F39DD8-A659-425C-8BD2-DA7986206E56}" type="parTrans" cxnId="{2174B944-9E88-438F-B61D-C07B898819B1}">
      <dgm:prSet/>
      <dgm:spPr/>
      <dgm:t>
        <a:bodyPr/>
        <a:lstStyle/>
        <a:p>
          <a:endParaRPr lang="en-US"/>
        </a:p>
      </dgm:t>
    </dgm:pt>
    <dgm:pt modelId="{459B3286-E037-440A-A65E-85BB2DB16507}" type="sibTrans" cxnId="{2174B944-9E88-438F-B61D-C07B898819B1}">
      <dgm:prSet/>
      <dgm:spPr/>
      <dgm:t>
        <a:bodyPr/>
        <a:lstStyle/>
        <a:p>
          <a:endParaRPr lang="en-US"/>
        </a:p>
      </dgm:t>
    </dgm:pt>
    <dgm:pt modelId="{10D4DF57-00AE-4681-9ADC-5F7012391E84}">
      <dgm:prSet/>
      <dgm:spPr/>
      <dgm:t>
        <a:bodyPr/>
        <a:lstStyle/>
        <a:p>
          <a:pPr rtl="0"/>
          <a:r>
            <a:rPr lang="en-US" b="0"/>
            <a:t>Photon Emission Analysis</a:t>
          </a:r>
        </a:p>
      </dgm:t>
    </dgm:pt>
    <dgm:pt modelId="{D421A569-124C-49D2-9124-A98B3294C03E}" type="parTrans" cxnId="{C2EBA0A3-972B-4AD3-88BC-D3B083C00793}">
      <dgm:prSet/>
      <dgm:spPr/>
      <dgm:t>
        <a:bodyPr/>
        <a:lstStyle/>
        <a:p>
          <a:endParaRPr lang="en-US"/>
        </a:p>
      </dgm:t>
    </dgm:pt>
    <dgm:pt modelId="{E915A287-9A5D-4157-95E2-CCEF449EFE0C}" type="sibTrans" cxnId="{C2EBA0A3-972B-4AD3-88BC-D3B083C00793}">
      <dgm:prSet/>
      <dgm:spPr/>
      <dgm:t>
        <a:bodyPr/>
        <a:lstStyle/>
        <a:p>
          <a:endParaRPr lang="en-US"/>
        </a:p>
      </dgm:t>
    </dgm:pt>
    <dgm:pt modelId="{BFCFF3BA-2167-405B-AA11-0D55A48F6BD7}" type="pres">
      <dgm:prSet presAssocID="{6F6F41E5-EE68-4646-9928-3C4255437539}" presName="diagram" presStyleCnt="0">
        <dgm:presLayoutVars>
          <dgm:dir/>
          <dgm:resizeHandles val="exact"/>
        </dgm:presLayoutVars>
      </dgm:prSet>
      <dgm:spPr/>
    </dgm:pt>
    <dgm:pt modelId="{BB2B337F-732D-4DDB-B195-F34E1414E74D}" type="pres">
      <dgm:prSet presAssocID="{8239DD7E-7FD1-4650-BD45-0850F7FA0D74}" presName="node" presStyleLbl="node1" presStyleIdx="0" presStyleCnt="8">
        <dgm:presLayoutVars>
          <dgm:bulletEnabled val="1"/>
        </dgm:presLayoutVars>
      </dgm:prSet>
      <dgm:spPr/>
    </dgm:pt>
    <dgm:pt modelId="{86E33BC9-A196-4A41-BD07-BCB1F97A92D6}" type="pres">
      <dgm:prSet presAssocID="{274CF2E3-3736-4E93-9984-552ED0B570E3}" presName="sibTrans" presStyleCnt="0"/>
      <dgm:spPr/>
    </dgm:pt>
    <dgm:pt modelId="{3097FE02-EAF5-44F0-81BD-70DBF908CD11}" type="pres">
      <dgm:prSet presAssocID="{55BD9FC4-0AA9-4412-A075-A1FF02DB2E2B}" presName="node" presStyleLbl="node1" presStyleIdx="1" presStyleCnt="8">
        <dgm:presLayoutVars>
          <dgm:bulletEnabled val="1"/>
        </dgm:presLayoutVars>
      </dgm:prSet>
      <dgm:spPr/>
    </dgm:pt>
    <dgm:pt modelId="{A093E0D5-AAA0-4819-B2E5-EA411FC54FF0}" type="pres">
      <dgm:prSet presAssocID="{B1C13328-D3E1-41C1-93DB-1145B164021D}" presName="sibTrans" presStyleCnt="0"/>
      <dgm:spPr/>
    </dgm:pt>
    <dgm:pt modelId="{B936BB20-C42A-4FC7-B769-807EB147A017}" type="pres">
      <dgm:prSet presAssocID="{8EBF0A4C-1C64-4D15-AB96-759D256E4F1F}" presName="node" presStyleLbl="node1" presStyleIdx="2" presStyleCnt="8">
        <dgm:presLayoutVars>
          <dgm:bulletEnabled val="1"/>
        </dgm:presLayoutVars>
      </dgm:prSet>
      <dgm:spPr/>
    </dgm:pt>
    <dgm:pt modelId="{F3F99913-EF68-4DFF-A164-834E37F4D049}" type="pres">
      <dgm:prSet presAssocID="{4F0AEA75-4C0E-4996-9DCC-8819248DFAE7}" presName="sibTrans" presStyleCnt="0"/>
      <dgm:spPr/>
    </dgm:pt>
    <dgm:pt modelId="{5D732090-F65F-4A8E-88A1-CD25537EAF75}" type="pres">
      <dgm:prSet presAssocID="{D3BABB42-5B5C-4309-A9FC-A96C83161788}" presName="node" presStyleLbl="node1" presStyleIdx="3" presStyleCnt="8">
        <dgm:presLayoutVars>
          <dgm:bulletEnabled val="1"/>
        </dgm:presLayoutVars>
      </dgm:prSet>
      <dgm:spPr/>
    </dgm:pt>
    <dgm:pt modelId="{C39B5A72-D1C9-4F6E-96C0-B914C04AFE7F}" type="pres">
      <dgm:prSet presAssocID="{5B981207-9CEC-4D9B-86F9-C261AF18BAB5}" presName="sibTrans" presStyleCnt="0"/>
      <dgm:spPr/>
    </dgm:pt>
    <dgm:pt modelId="{0FCF66FE-9B73-4A44-8826-C7C056E91E88}" type="pres">
      <dgm:prSet presAssocID="{6FD6AA93-F84E-4902-9D0A-B61D8057D97C}" presName="node" presStyleLbl="node1" presStyleIdx="4" presStyleCnt="8">
        <dgm:presLayoutVars>
          <dgm:bulletEnabled val="1"/>
        </dgm:presLayoutVars>
      </dgm:prSet>
      <dgm:spPr/>
    </dgm:pt>
    <dgm:pt modelId="{B4A7972F-A147-4691-B2EE-05F8234109C1}" type="pres">
      <dgm:prSet presAssocID="{9EB04F32-D629-4464-B60E-4E77D38C2B97}" presName="sibTrans" presStyleCnt="0"/>
      <dgm:spPr/>
    </dgm:pt>
    <dgm:pt modelId="{705AA05C-E132-485D-A87C-E7308A9A033F}" type="pres">
      <dgm:prSet presAssocID="{1507EB17-379B-4693-BA79-574EB9CB2C55}" presName="node" presStyleLbl="node1" presStyleIdx="5" presStyleCnt="8">
        <dgm:presLayoutVars>
          <dgm:bulletEnabled val="1"/>
        </dgm:presLayoutVars>
      </dgm:prSet>
      <dgm:spPr/>
    </dgm:pt>
    <dgm:pt modelId="{FFD1D844-7131-4C72-9908-68D9A5974DDA}" type="pres">
      <dgm:prSet presAssocID="{20474F52-DD2D-45B7-AA46-3EF2B9DDB652}" presName="sibTrans" presStyleCnt="0"/>
      <dgm:spPr/>
    </dgm:pt>
    <dgm:pt modelId="{C742621C-14B2-467A-95D8-00B4D2056E31}" type="pres">
      <dgm:prSet presAssocID="{6C409B90-EDC0-421B-8F1B-8B5509A34B86}" presName="node" presStyleLbl="node1" presStyleIdx="6" presStyleCnt="8">
        <dgm:presLayoutVars>
          <dgm:bulletEnabled val="1"/>
        </dgm:presLayoutVars>
      </dgm:prSet>
      <dgm:spPr/>
    </dgm:pt>
    <dgm:pt modelId="{22F3A7DC-FCEC-404A-8B09-2C9F8B6B7F03}" type="pres">
      <dgm:prSet presAssocID="{459B3286-E037-440A-A65E-85BB2DB16507}" presName="sibTrans" presStyleCnt="0"/>
      <dgm:spPr/>
    </dgm:pt>
    <dgm:pt modelId="{FACD0DAA-2C24-48A9-B12C-BEB3972799F6}" type="pres">
      <dgm:prSet presAssocID="{10D4DF57-00AE-4681-9ADC-5F7012391E84}" presName="node" presStyleLbl="node1" presStyleIdx="7" presStyleCnt="8">
        <dgm:presLayoutVars>
          <dgm:bulletEnabled val="1"/>
        </dgm:presLayoutVars>
      </dgm:prSet>
      <dgm:spPr/>
    </dgm:pt>
  </dgm:ptLst>
  <dgm:cxnLst>
    <dgm:cxn modelId="{1020BA04-1F72-4FCA-886E-1F0C98145258}" srcId="{6F6F41E5-EE68-4646-9928-3C4255437539}" destId="{1507EB17-379B-4693-BA79-574EB9CB2C55}" srcOrd="5" destOrd="0" parTransId="{4B01B2B9-7164-4C32-A472-7B66B5A6ED18}" sibTransId="{20474F52-DD2D-45B7-AA46-3EF2B9DDB652}"/>
    <dgm:cxn modelId="{C1809305-B9DC-4681-AD10-738F11198289}" srcId="{6F6F41E5-EE68-4646-9928-3C4255437539}" destId="{55BD9FC4-0AA9-4412-A075-A1FF02DB2E2B}" srcOrd="1" destOrd="0" parTransId="{C595BCB3-7C4C-48F0-AD5A-913C62312129}" sibTransId="{B1C13328-D3E1-41C1-93DB-1145B164021D}"/>
    <dgm:cxn modelId="{6BE1E118-C332-4F55-B128-E5FD90239D11}" type="presOf" srcId="{55BD9FC4-0AA9-4412-A075-A1FF02DB2E2B}" destId="{3097FE02-EAF5-44F0-81BD-70DBF908CD11}" srcOrd="0" destOrd="0" presId="urn:microsoft.com/office/officeart/2005/8/layout/default"/>
    <dgm:cxn modelId="{6C61ED36-75EE-4D8E-81E2-600741973816}" srcId="{6F6F41E5-EE68-4646-9928-3C4255437539}" destId="{6FD6AA93-F84E-4902-9D0A-B61D8057D97C}" srcOrd="4" destOrd="0" parTransId="{3548785B-C3EA-42C7-8F9B-EF834E112A65}" sibTransId="{9EB04F32-D629-4464-B60E-4E77D38C2B97}"/>
    <dgm:cxn modelId="{2174B944-9E88-438F-B61D-C07B898819B1}" srcId="{6F6F41E5-EE68-4646-9928-3C4255437539}" destId="{6C409B90-EDC0-421B-8F1B-8B5509A34B86}" srcOrd="6" destOrd="0" parTransId="{80F39DD8-A659-425C-8BD2-DA7986206E56}" sibTransId="{459B3286-E037-440A-A65E-85BB2DB16507}"/>
    <dgm:cxn modelId="{8960AD6E-A963-4DF9-B1D2-75C3C1B3C8D3}" type="presOf" srcId="{8239DD7E-7FD1-4650-BD45-0850F7FA0D74}" destId="{BB2B337F-732D-4DDB-B195-F34E1414E74D}" srcOrd="0" destOrd="0" presId="urn:microsoft.com/office/officeart/2005/8/layout/default"/>
    <dgm:cxn modelId="{843A1D96-8683-4BAE-9FA8-465C4BF6C786}" srcId="{6F6F41E5-EE68-4646-9928-3C4255437539}" destId="{8239DD7E-7FD1-4650-BD45-0850F7FA0D74}" srcOrd="0" destOrd="0" parTransId="{FDB4BF29-8577-4DDD-A21F-01A0C5643A85}" sibTransId="{274CF2E3-3736-4E93-9984-552ED0B570E3}"/>
    <dgm:cxn modelId="{A5651D96-D449-40CC-89B0-EB9091BD6836}" type="presOf" srcId="{D3BABB42-5B5C-4309-A9FC-A96C83161788}" destId="{5D732090-F65F-4A8E-88A1-CD25537EAF75}" srcOrd="0" destOrd="0" presId="urn:microsoft.com/office/officeart/2005/8/layout/default"/>
    <dgm:cxn modelId="{7625C79B-F498-4BA2-82E7-B2BC04E69CB3}" type="presOf" srcId="{1507EB17-379B-4693-BA79-574EB9CB2C55}" destId="{705AA05C-E132-485D-A87C-E7308A9A033F}" srcOrd="0" destOrd="0" presId="urn:microsoft.com/office/officeart/2005/8/layout/default"/>
    <dgm:cxn modelId="{C2EBA0A3-972B-4AD3-88BC-D3B083C00793}" srcId="{6F6F41E5-EE68-4646-9928-3C4255437539}" destId="{10D4DF57-00AE-4681-9ADC-5F7012391E84}" srcOrd="7" destOrd="0" parTransId="{D421A569-124C-49D2-9124-A98B3294C03E}" sibTransId="{E915A287-9A5D-4157-95E2-CCEF449EFE0C}"/>
    <dgm:cxn modelId="{4B962DA4-AF90-4924-97B4-AFB46CDB2CCC}" type="presOf" srcId="{6F6F41E5-EE68-4646-9928-3C4255437539}" destId="{BFCFF3BA-2167-405B-AA11-0D55A48F6BD7}" srcOrd="0" destOrd="0" presId="urn:microsoft.com/office/officeart/2005/8/layout/default"/>
    <dgm:cxn modelId="{7B9AA9C0-03D6-4AB0-9357-BB42B8FC541C}" srcId="{6F6F41E5-EE68-4646-9928-3C4255437539}" destId="{8EBF0A4C-1C64-4D15-AB96-759D256E4F1F}" srcOrd="2" destOrd="0" parTransId="{AA261102-F9A5-4583-8406-D07FE4E9D446}" sibTransId="{4F0AEA75-4C0E-4996-9DCC-8819248DFAE7}"/>
    <dgm:cxn modelId="{57B6EFC9-BEB4-4699-BF01-2B11D7A05207}" type="presOf" srcId="{10D4DF57-00AE-4681-9ADC-5F7012391E84}" destId="{FACD0DAA-2C24-48A9-B12C-BEB3972799F6}" srcOrd="0" destOrd="0" presId="urn:microsoft.com/office/officeart/2005/8/layout/default"/>
    <dgm:cxn modelId="{D2E365D9-D5C7-4F24-AE04-14F1F0012F85}" type="presOf" srcId="{6C409B90-EDC0-421B-8F1B-8B5509A34B86}" destId="{C742621C-14B2-467A-95D8-00B4D2056E31}" srcOrd="0" destOrd="0" presId="urn:microsoft.com/office/officeart/2005/8/layout/default"/>
    <dgm:cxn modelId="{7CC17EDF-C514-4850-B406-52D86837298A}" type="presOf" srcId="{6FD6AA93-F84E-4902-9D0A-B61D8057D97C}" destId="{0FCF66FE-9B73-4A44-8826-C7C056E91E88}" srcOrd="0" destOrd="0" presId="urn:microsoft.com/office/officeart/2005/8/layout/default"/>
    <dgm:cxn modelId="{3BDC5FEC-CD67-4BA4-97FF-53ADA699CB01}" srcId="{6F6F41E5-EE68-4646-9928-3C4255437539}" destId="{D3BABB42-5B5C-4309-A9FC-A96C83161788}" srcOrd="3" destOrd="0" parTransId="{D57E55C4-2C51-4943-A7EE-2AC08DA47556}" sibTransId="{5B981207-9CEC-4D9B-86F9-C261AF18BAB5}"/>
    <dgm:cxn modelId="{D7721BF7-514C-4888-8717-BD69E780AFC2}" type="presOf" srcId="{8EBF0A4C-1C64-4D15-AB96-759D256E4F1F}" destId="{B936BB20-C42A-4FC7-B769-807EB147A017}" srcOrd="0" destOrd="0" presId="urn:microsoft.com/office/officeart/2005/8/layout/default"/>
    <dgm:cxn modelId="{C295EC22-E09E-489A-B6CE-845E7EB19FAA}" type="presParOf" srcId="{BFCFF3BA-2167-405B-AA11-0D55A48F6BD7}" destId="{BB2B337F-732D-4DDB-B195-F34E1414E74D}" srcOrd="0" destOrd="0" presId="urn:microsoft.com/office/officeart/2005/8/layout/default"/>
    <dgm:cxn modelId="{F035C39C-373E-4BAD-9AEF-6C4E86B021D0}" type="presParOf" srcId="{BFCFF3BA-2167-405B-AA11-0D55A48F6BD7}" destId="{86E33BC9-A196-4A41-BD07-BCB1F97A92D6}" srcOrd="1" destOrd="0" presId="urn:microsoft.com/office/officeart/2005/8/layout/default"/>
    <dgm:cxn modelId="{ADD6807B-B052-4741-87F6-6A9ED1F637B3}" type="presParOf" srcId="{BFCFF3BA-2167-405B-AA11-0D55A48F6BD7}" destId="{3097FE02-EAF5-44F0-81BD-70DBF908CD11}" srcOrd="2" destOrd="0" presId="urn:microsoft.com/office/officeart/2005/8/layout/default"/>
    <dgm:cxn modelId="{B8BFCA0A-A9B5-4D31-B985-A6C32EE27EBA}" type="presParOf" srcId="{BFCFF3BA-2167-405B-AA11-0D55A48F6BD7}" destId="{A093E0D5-AAA0-4819-B2E5-EA411FC54FF0}" srcOrd="3" destOrd="0" presId="urn:microsoft.com/office/officeart/2005/8/layout/default"/>
    <dgm:cxn modelId="{B25B3212-5CE7-49E1-A8C5-152AA57E5B20}" type="presParOf" srcId="{BFCFF3BA-2167-405B-AA11-0D55A48F6BD7}" destId="{B936BB20-C42A-4FC7-B769-807EB147A017}" srcOrd="4" destOrd="0" presId="urn:microsoft.com/office/officeart/2005/8/layout/default"/>
    <dgm:cxn modelId="{6DED9A2F-FE36-48C9-9F24-4D8974407346}" type="presParOf" srcId="{BFCFF3BA-2167-405B-AA11-0D55A48F6BD7}" destId="{F3F99913-EF68-4DFF-A164-834E37F4D049}" srcOrd="5" destOrd="0" presId="urn:microsoft.com/office/officeart/2005/8/layout/default"/>
    <dgm:cxn modelId="{5E17D407-59C6-499B-AE75-CE853B1F66A8}" type="presParOf" srcId="{BFCFF3BA-2167-405B-AA11-0D55A48F6BD7}" destId="{5D732090-F65F-4A8E-88A1-CD25537EAF75}" srcOrd="6" destOrd="0" presId="urn:microsoft.com/office/officeart/2005/8/layout/default"/>
    <dgm:cxn modelId="{13F805E1-6289-4BFE-85C8-6060862CD275}" type="presParOf" srcId="{BFCFF3BA-2167-405B-AA11-0D55A48F6BD7}" destId="{C39B5A72-D1C9-4F6E-96C0-B914C04AFE7F}" srcOrd="7" destOrd="0" presId="urn:microsoft.com/office/officeart/2005/8/layout/default"/>
    <dgm:cxn modelId="{EF1A5015-F315-42C7-A3ED-F830D94E217A}" type="presParOf" srcId="{BFCFF3BA-2167-405B-AA11-0D55A48F6BD7}" destId="{0FCF66FE-9B73-4A44-8826-C7C056E91E88}" srcOrd="8" destOrd="0" presId="urn:microsoft.com/office/officeart/2005/8/layout/default"/>
    <dgm:cxn modelId="{9742B7C6-CFB5-4994-BA8F-C12BC163CB9C}" type="presParOf" srcId="{BFCFF3BA-2167-405B-AA11-0D55A48F6BD7}" destId="{B4A7972F-A147-4691-B2EE-05F8234109C1}" srcOrd="9" destOrd="0" presId="urn:microsoft.com/office/officeart/2005/8/layout/default"/>
    <dgm:cxn modelId="{B4FFFDD7-D31C-4082-8BAB-065D90C08BAB}" type="presParOf" srcId="{BFCFF3BA-2167-405B-AA11-0D55A48F6BD7}" destId="{705AA05C-E132-485D-A87C-E7308A9A033F}" srcOrd="10" destOrd="0" presId="urn:microsoft.com/office/officeart/2005/8/layout/default"/>
    <dgm:cxn modelId="{2A9E0C28-8D65-4370-979E-93B4EF8C4AEE}" type="presParOf" srcId="{BFCFF3BA-2167-405B-AA11-0D55A48F6BD7}" destId="{FFD1D844-7131-4C72-9908-68D9A5974DDA}" srcOrd="11" destOrd="0" presId="urn:microsoft.com/office/officeart/2005/8/layout/default"/>
    <dgm:cxn modelId="{DD8DE293-6068-4080-93E1-8499017C20ED}" type="presParOf" srcId="{BFCFF3BA-2167-405B-AA11-0D55A48F6BD7}" destId="{C742621C-14B2-467A-95D8-00B4D2056E31}" srcOrd="12" destOrd="0" presId="urn:microsoft.com/office/officeart/2005/8/layout/default"/>
    <dgm:cxn modelId="{4FB89250-545A-4439-871C-7DF8304D774E}" type="presParOf" srcId="{BFCFF3BA-2167-405B-AA11-0D55A48F6BD7}" destId="{22F3A7DC-FCEC-404A-8B09-2C9F8B6B7F03}" srcOrd="13" destOrd="0" presId="urn:microsoft.com/office/officeart/2005/8/layout/default"/>
    <dgm:cxn modelId="{23E010A3-4ECD-4C61-B581-563E82C31C7F}" type="presParOf" srcId="{BFCFF3BA-2167-405B-AA11-0D55A48F6BD7}" destId="{FACD0DAA-2C24-48A9-B12C-BEB3972799F6}"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D2A502-2215-4471-A0BD-D95B0C0781D9}" type="doc">
      <dgm:prSet loTypeId="urn:microsoft.com/office/officeart/2017/3/layout/DropPinTimeline" loCatId="timeline" qsTypeId="urn:microsoft.com/office/officeart/2005/8/quickstyle/simple1" qsCatId="simple" csTypeId="urn:microsoft.com/office/officeart/2005/8/colors/accent1_2" csCatId="accent1" phldr="1"/>
      <dgm:spPr/>
      <dgm:t>
        <a:bodyPr/>
        <a:lstStyle/>
        <a:p>
          <a:endParaRPr lang="en-US"/>
        </a:p>
      </dgm:t>
    </dgm:pt>
    <dgm:pt modelId="{CDB8EA94-8785-4B27-BCBD-96403649286A}">
      <dgm:prSet phldrT="[Text]" phldr="0"/>
      <dgm:spPr/>
      <dgm:t>
        <a:bodyPr/>
        <a:lstStyle/>
        <a:p>
          <a:pPr>
            <a:defRPr b="1"/>
          </a:pPr>
          <a:r>
            <a:rPr lang="en-US"/>
            <a:t>Reconnaissance</a:t>
          </a:r>
        </a:p>
      </dgm:t>
    </dgm:pt>
    <dgm:pt modelId="{8BB76B8E-4FB4-4428-BACA-CFAE869F7013}" type="parTrans" cxnId="{6BEFFF4D-AEA0-4866-A3FE-63D58FF5A0D0}">
      <dgm:prSet/>
      <dgm:spPr/>
      <dgm:t>
        <a:bodyPr/>
        <a:lstStyle/>
        <a:p>
          <a:endParaRPr lang="en-US"/>
        </a:p>
      </dgm:t>
    </dgm:pt>
    <dgm:pt modelId="{79BAE9AA-D823-49D7-A615-C8B65064C34A}" type="sibTrans" cxnId="{6BEFFF4D-AEA0-4866-A3FE-63D58FF5A0D0}">
      <dgm:prSet/>
      <dgm:spPr/>
      <dgm:t>
        <a:bodyPr/>
        <a:lstStyle/>
        <a:p>
          <a:endParaRPr lang="en-US"/>
        </a:p>
      </dgm:t>
    </dgm:pt>
    <dgm:pt modelId="{8C12B970-CB45-4E62-B4B6-A49335F47177}">
      <dgm:prSet phldrT="[Text]" phldr="0"/>
      <dgm:spPr/>
      <dgm:t>
        <a:bodyPr/>
        <a:lstStyle/>
        <a:p>
          <a:pPr>
            <a:defRPr b="1"/>
          </a:pPr>
          <a:r>
            <a:rPr lang="en-US"/>
            <a:t>Profiling</a:t>
          </a:r>
        </a:p>
      </dgm:t>
    </dgm:pt>
    <dgm:pt modelId="{ADB52096-CA78-4E2B-853E-D4672BB89C6A}" type="parTrans" cxnId="{0D9E5496-B1A2-456D-AB2A-B93CDD7237CF}">
      <dgm:prSet/>
      <dgm:spPr/>
      <dgm:t>
        <a:bodyPr/>
        <a:lstStyle/>
        <a:p>
          <a:endParaRPr lang="en-US"/>
        </a:p>
      </dgm:t>
    </dgm:pt>
    <dgm:pt modelId="{BBB5A139-134B-48E1-AD2A-9DD4359224C1}" type="sibTrans" cxnId="{0D9E5496-B1A2-456D-AB2A-B93CDD7237CF}">
      <dgm:prSet/>
      <dgm:spPr/>
      <dgm:t>
        <a:bodyPr/>
        <a:lstStyle/>
        <a:p>
          <a:endParaRPr lang="en-US"/>
        </a:p>
      </dgm:t>
    </dgm:pt>
    <dgm:pt modelId="{B80CE084-7BC9-43FB-8FFD-F0D4C894C3DD}">
      <dgm:prSet phldrT="[Text]" phldr="0"/>
      <dgm:spPr/>
      <dgm:t>
        <a:bodyPr/>
        <a:lstStyle/>
        <a:p>
          <a:pPr>
            <a:defRPr b="1"/>
          </a:pPr>
          <a:r>
            <a:rPr lang="en-US"/>
            <a:t>Attack planning</a:t>
          </a:r>
        </a:p>
      </dgm:t>
    </dgm:pt>
    <dgm:pt modelId="{50FE63B7-D283-4947-BA70-FB8C5DCEC609}" type="parTrans" cxnId="{F2AB6277-E45B-40DA-879F-CD818E2F3F40}">
      <dgm:prSet/>
      <dgm:spPr/>
      <dgm:t>
        <a:bodyPr/>
        <a:lstStyle/>
        <a:p>
          <a:endParaRPr lang="en-US"/>
        </a:p>
      </dgm:t>
    </dgm:pt>
    <dgm:pt modelId="{1801EA2A-6D2C-42A7-A329-BB14849FBA16}" type="sibTrans" cxnId="{F2AB6277-E45B-40DA-879F-CD818E2F3F40}">
      <dgm:prSet/>
      <dgm:spPr/>
      <dgm:t>
        <a:bodyPr/>
        <a:lstStyle/>
        <a:p>
          <a:endParaRPr lang="en-US"/>
        </a:p>
      </dgm:t>
    </dgm:pt>
    <dgm:pt modelId="{D69BA334-036B-499E-938B-752FEA55881E}">
      <dgm:prSet phldrT="[Text]" phldr="0"/>
      <dgm:spPr/>
      <dgm:t>
        <a:bodyPr/>
        <a:lstStyle/>
        <a:p>
          <a:pPr>
            <a:defRPr b="1"/>
          </a:pPr>
          <a:r>
            <a:rPr lang="en-US"/>
            <a:t>Attack execution</a:t>
          </a:r>
        </a:p>
      </dgm:t>
    </dgm:pt>
    <dgm:pt modelId="{E601B422-D45D-41A3-B9A5-67F3A53637F4}" type="parTrans" cxnId="{3ABC51DE-8FE3-432E-BDEA-C50F3081A5E0}">
      <dgm:prSet/>
      <dgm:spPr/>
      <dgm:t>
        <a:bodyPr/>
        <a:lstStyle/>
        <a:p>
          <a:endParaRPr lang="en-US"/>
        </a:p>
      </dgm:t>
    </dgm:pt>
    <dgm:pt modelId="{49E29907-019A-4DED-9462-ED38EA6332F1}" type="sibTrans" cxnId="{3ABC51DE-8FE3-432E-BDEA-C50F3081A5E0}">
      <dgm:prSet/>
      <dgm:spPr/>
      <dgm:t>
        <a:bodyPr/>
        <a:lstStyle/>
        <a:p>
          <a:endParaRPr lang="en-US"/>
        </a:p>
      </dgm:t>
    </dgm:pt>
    <dgm:pt modelId="{601A3804-5020-471F-A657-9C5C07813DA7}">
      <dgm:prSet phldrT="[Text]" phldr="0"/>
      <dgm:spPr/>
      <dgm:t>
        <a:bodyPr/>
        <a:lstStyle/>
        <a:p>
          <a:pPr>
            <a:defRPr b="1"/>
          </a:pPr>
          <a:r>
            <a:rPr lang="en-US"/>
            <a:t>Data analysis</a:t>
          </a:r>
        </a:p>
      </dgm:t>
    </dgm:pt>
    <dgm:pt modelId="{6A8F1011-6FE2-4C6D-9D98-0EA496A3AA9D}" type="parTrans" cxnId="{319961D5-C38E-4CAA-91EF-A297C6CEDAB3}">
      <dgm:prSet/>
      <dgm:spPr/>
      <dgm:t>
        <a:bodyPr/>
        <a:lstStyle/>
        <a:p>
          <a:endParaRPr lang="en-US"/>
        </a:p>
      </dgm:t>
    </dgm:pt>
    <dgm:pt modelId="{B6D8F285-5841-42AC-8169-501429F56233}" type="sibTrans" cxnId="{319961D5-C38E-4CAA-91EF-A297C6CEDAB3}">
      <dgm:prSet/>
      <dgm:spPr/>
      <dgm:t>
        <a:bodyPr/>
        <a:lstStyle/>
        <a:p>
          <a:endParaRPr lang="en-US"/>
        </a:p>
      </dgm:t>
    </dgm:pt>
    <dgm:pt modelId="{E035F3EF-5897-461D-8D72-DDBE966ED321}">
      <dgm:prSet phldr="0"/>
      <dgm:spPr/>
      <dgm:t>
        <a:bodyPr/>
        <a:lstStyle/>
        <a:p>
          <a:pPr>
            <a:defRPr b="1"/>
          </a:pPr>
          <a:r>
            <a:rPr lang="en-US"/>
            <a:t>Exploitation</a:t>
          </a:r>
          <a:endParaRPr lang="en-US">
            <a:latin typeface="Posterama"/>
          </a:endParaRPr>
        </a:p>
      </dgm:t>
    </dgm:pt>
    <dgm:pt modelId="{B3A5E1FD-A496-44C7-AF91-CBFAE6C72FC5}" type="parTrans" cxnId="{BFAEEEC4-374D-4C3F-A281-E3FBFE12F16F}">
      <dgm:prSet/>
      <dgm:spPr/>
    </dgm:pt>
    <dgm:pt modelId="{39959C0D-F602-4FC5-B2C4-036014E71C6F}" type="sibTrans" cxnId="{BFAEEEC4-374D-4C3F-A281-E3FBFE12F16F}">
      <dgm:prSet/>
      <dgm:spPr/>
    </dgm:pt>
    <dgm:pt modelId="{06B76897-0D03-44FD-B153-A88DE0C47E9F}">
      <dgm:prSet phldr="0"/>
      <dgm:spPr/>
      <dgm:t>
        <a:bodyPr/>
        <a:lstStyle/>
        <a:p>
          <a:pPr>
            <a:defRPr b="1"/>
          </a:pPr>
          <a:r>
            <a:rPr lang="en-US"/>
            <a:t>Covering tracks</a:t>
          </a:r>
          <a:endParaRPr lang="en-US">
            <a:latin typeface="Posterama"/>
          </a:endParaRPr>
        </a:p>
      </dgm:t>
    </dgm:pt>
    <dgm:pt modelId="{9A86E840-5CAD-4ACE-9EAA-26C3851DF0B8}" type="parTrans" cxnId="{612DCE60-F3AA-48D3-BE18-3CAE4F6FD00D}">
      <dgm:prSet/>
      <dgm:spPr/>
    </dgm:pt>
    <dgm:pt modelId="{2C98134C-7837-4BE5-AB41-C4EBBCB027AA}" type="sibTrans" cxnId="{612DCE60-F3AA-48D3-BE18-3CAE4F6FD00D}">
      <dgm:prSet/>
      <dgm:spPr/>
    </dgm:pt>
    <dgm:pt modelId="{BFD8270F-58C1-44AC-9BF9-010648B090C4}" type="pres">
      <dgm:prSet presAssocID="{0CD2A502-2215-4471-A0BD-D95B0C0781D9}" presName="root" presStyleCnt="0">
        <dgm:presLayoutVars>
          <dgm:chMax/>
          <dgm:chPref/>
          <dgm:animLvl val="lvl"/>
        </dgm:presLayoutVars>
      </dgm:prSet>
      <dgm:spPr/>
    </dgm:pt>
    <dgm:pt modelId="{5172B111-FC75-4DAA-B170-71FEFD3D73D8}" type="pres">
      <dgm:prSet presAssocID="{0CD2A502-2215-4471-A0BD-D95B0C0781D9}" presName="divider" presStyleLbl="fgAcc1" presStyleIdx="0" presStyleCnt="8"/>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gm:spPr>
    </dgm:pt>
    <dgm:pt modelId="{0C84E23D-6B75-459C-881D-0AD5FEBE0E60}" type="pres">
      <dgm:prSet presAssocID="{0CD2A502-2215-4471-A0BD-D95B0C0781D9}" presName="nodes" presStyleCnt="0">
        <dgm:presLayoutVars>
          <dgm:chMax/>
          <dgm:chPref/>
          <dgm:animLvl val="lvl"/>
        </dgm:presLayoutVars>
      </dgm:prSet>
      <dgm:spPr/>
    </dgm:pt>
    <dgm:pt modelId="{B801BCBF-01BA-44D5-948F-F836009F4A64}" type="pres">
      <dgm:prSet presAssocID="{CDB8EA94-8785-4B27-BCBD-96403649286A}" presName="composite" presStyleCnt="0"/>
      <dgm:spPr/>
    </dgm:pt>
    <dgm:pt modelId="{4029C9CB-CCEE-46D3-B91F-80F900299F76}" type="pres">
      <dgm:prSet presAssocID="{CDB8EA94-8785-4B27-BCBD-96403649286A}" presName="ConnectorPoint" presStyleLbl="lnNode1" presStyleIdx="0"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3AC88EE6-4421-44D9-BE6B-89634735FA31}" type="pres">
      <dgm:prSet presAssocID="{CDB8EA94-8785-4B27-BCBD-96403649286A}" presName="DropPinPlaceHolder" presStyleCnt="0"/>
      <dgm:spPr/>
    </dgm:pt>
    <dgm:pt modelId="{E79F97B9-A33A-474F-A27C-52E4163DBFD3}" type="pres">
      <dgm:prSet presAssocID="{CDB8EA94-8785-4B27-BCBD-96403649286A}" presName="DropPin" presStyleLbl="alignNode1" presStyleIdx="0" presStyleCnt="7"/>
      <dgm:spPr/>
    </dgm:pt>
    <dgm:pt modelId="{7B5F1302-B947-4A7F-8B72-5F852AA53D96}" type="pres">
      <dgm:prSet presAssocID="{CDB8EA94-8785-4B27-BCBD-96403649286A}" presName="Ellipse" presStyleLbl="fgAcc1" presStyleIdx="1" presStyleCnt="8"/>
      <dgm:spPr>
        <a:solidFill>
          <a:schemeClr val="lt1">
            <a:alpha val="90000"/>
            <a:hueOff val="0"/>
            <a:satOff val="0"/>
            <a:lumOff val="0"/>
            <a:alphaOff val="0"/>
          </a:schemeClr>
        </a:solidFill>
        <a:ln w="12700" cap="flat" cmpd="sng" algn="ctr">
          <a:noFill/>
          <a:prstDash val="solid"/>
          <a:miter lim="800000"/>
        </a:ln>
        <a:effectLst/>
      </dgm:spPr>
    </dgm:pt>
    <dgm:pt modelId="{A15D0EF8-8D96-4048-9A0E-83913C52CE24}" type="pres">
      <dgm:prSet presAssocID="{CDB8EA94-8785-4B27-BCBD-96403649286A}" presName="L2TextContainer" presStyleLbl="revTx" presStyleIdx="0" presStyleCnt="14">
        <dgm:presLayoutVars>
          <dgm:bulletEnabled val="1"/>
        </dgm:presLayoutVars>
      </dgm:prSet>
      <dgm:spPr/>
    </dgm:pt>
    <dgm:pt modelId="{DBD0C507-CCD4-4295-9386-2D5CFF2BD979}" type="pres">
      <dgm:prSet presAssocID="{CDB8EA94-8785-4B27-BCBD-96403649286A}" presName="L1TextContainer" presStyleLbl="revTx" presStyleIdx="1" presStyleCnt="14">
        <dgm:presLayoutVars>
          <dgm:chMax val="1"/>
          <dgm:chPref val="1"/>
          <dgm:bulletEnabled val="1"/>
        </dgm:presLayoutVars>
      </dgm:prSet>
      <dgm:spPr/>
    </dgm:pt>
    <dgm:pt modelId="{B9455A48-8C4D-459D-805D-2BF4B928843F}" type="pres">
      <dgm:prSet presAssocID="{CDB8EA94-8785-4B27-BCBD-96403649286A}" presName="ConnectLine" presStyleLbl="sibTrans1D1" presStyleIdx="0" presStyleCnt="7"/>
      <dgm:spPr>
        <a:noFill/>
        <a:ln w="12700" cap="flat" cmpd="sng" algn="ctr">
          <a:solidFill>
            <a:schemeClr val="accent1">
              <a:hueOff val="0"/>
              <a:satOff val="0"/>
              <a:lumOff val="0"/>
              <a:alphaOff val="0"/>
            </a:schemeClr>
          </a:solidFill>
          <a:prstDash val="dash"/>
          <a:miter lim="800000"/>
        </a:ln>
        <a:effectLst/>
      </dgm:spPr>
    </dgm:pt>
    <dgm:pt modelId="{A07FDAD7-7336-4401-ADA4-143DDE182936}" type="pres">
      <dgm:prSet presAssocID="{CDB8EA94-8785-4B27-BCBD-96403649286A}" presName="EmptyPlaceHolder" presStyleCnt="0"/>
      <dgm:spPr/>
    </dgm:pt>
    <dgm:pt modelId="{1CD72FD4-2FAA-4821-B677-B198680DA081}" type="pres">
      <dgm:prSet presAssocID="{79BAE9AA-D823-49D7-A615-C8B65064C34A}" presName="spaceBetweenRectangles" presStyleCnt="0"/>
      <dgm:spPr/>
    </dgm:pt>
    <dgm:pt modelId="{CE6FDAB1-F3D9-46B5-B90C-96718794E3FF}" type="pres">
      <dgm:prSet presAssocID="{8C12B970-CB45-4E62-B4B6-A49335F47177}" presName="composite" presStyleCnt="0"/>
      <dgm:spPr/>
    </dgm:pt>
    <dgm:pt modelId="{7CADA605-E7DD-47DE-85FF-E3C2E48BF2CC}" type="pres">
      <dgm:prSet presAssocID="{8C12B970-CB45-4E62-B4B6-A49335F47177}" presName="ConnectorPoint" presStyleLbl="lnNode1" presStyleIdx="1"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511E7D9-4968-405A-99F8-374E937D59FF}" type="pres">
      <dgm:prSet presAssocID="{8C12B970-CB45-4E62-B4B6-A49335F47177}" presName="DropPinPlaceHolder" presStyleCnt="0"/>
      <dgm:spPr/>
    </dgm:pt>
    <dgm:pt modelId="{276FAB46-A04B-4D5B-9592-BD5854123B59}" type="pres">
      <dgm:prSet presAssocID="{8C12B970-CB45-4E62-B4B6-A49335F47177}" presName="DropPin" presStyleLbl="alignNode1" presStyleIdx="1" presStyleCnt="7"/>
      <dgm:spPr/>
    </dgm:pt>
    <dgm:pt modelId="{166C8B8A-95D8-4660-971E-15583F8E6933}" type="pres">
      <dgm:prSet presAssocID="{8C12B970-CB45-4E62-B4B6-A49335F47177}" presName="Ellipse" presStyleLbl="fgAcc1" presStyleIdx="2" presStyleCnt="8"/>
      <dgm:spPr>
        <a:solidFill>
          <a:schemeClr val="lt1">
            <a:alpha val="90000"/>
            <a:hueOff val="0"/>
            <a:satOff val="0"/>
            <a:lumOff val="0"/>
            <a:alphaOff val="0"/>
          </a:schemeClr>
        </a:solidFill>
        <a:ln w="12700" cap="flat" cmpd="sng" algn="ctr">
          <a:noFill/>
          <a:prstDash val="solid"/>
          <a:miter lim="800000"/>
        </a:ln>
        <a:effectLst/>
      </dgm:spPr>
    </dgm:pt>
    <dgm:pt modelId="{C5A52E6B-4BDE-40F6-BAD0-85C8C7E70A3E}" type="pres">
      <dgm:prSet presAssocID="{8C12B970-CB45-4E62-B4B6-A49335F47177}" presName="L2TextContainer" presStyleLbl="revTx" presStyleIdx="2" presStyleCnt="14">
        <dgm:presLayoutVars>
          <dgm:bulletEnabled val="1"/>
        </dgm:presLayoutVars>
      </dgm:prSet>
      <dgm:spPr/>
    </dgm:pt>
    <dgm:pt modelId="{A780D7D6-CE4C-49DF-9F06-F85D9F74CF2B}" type="pres">
      <dgm:prSet presAssocID="{8C12B970-CB45-4E62-B4B6-A49335F47177}" presName="L1TextContainer" presStyleLbl="revTx" presStyleIdx="3" presStyleCnt="14">
        <dgm:presLayoutVars>
          <dgm:chMax val="1"/>
          <dgm:chPref val="1"/>
          <dgm:bulletEnabled val="1"/>
        </dgm:presLayoutVars>
      </dgm:prSet>
      <dgm:spPr/>
    </dgm:pt>
    <dgm:pt modelId="{7A4E7427-A2DF-435F-9920-40152588D484}" type="pres">
      <dgm:prSet presAssocID="{8C12B970-CB45-4E62-B4B6-A49335F47177}" presName="ConnectLine" presStyleLbl="sibTrans1D1" presStyleIdx="1" presStyleCnt="7"/>
      <dgm:spPr>
        <a:noFill/>
        <a:ln w="12700" cap="flat" cmpd="sng" algn="ctr">
          <a:solidFill>
            <a:schemeClr val="accent1">
              <a:hueOff val="0"/>
              <a:satOff val="0"/>
              <a:lumOff val="0"/>
              <a:alphaOff val="0"/>
            </a:schemeClr>
          </a:solidFill>
          <a:prstDash val="dash"/>
          <a:miter lim="800000"/>
        </a:ln>
        <a:effectLst/>
      </dgm:spPr>
    </dgm:pt>
    <dgm:pt modelId="{3888B30D-AE09-46E6-8245-D5E0440D9994}" type="pres">
      <dgm:prSet presAssocID="{8C12B970-CB45-4E62-B4B6-A49335F47177}" presName="EmptyPlaceHolder" presStyleCnt="0"/>
      <dgm:spPr/>
    </dgm:pt>
    <dgm:pt modelId="{5C520924-673B-4934-87AB-8C4AC095D596}" type="pres">
      <dgm:prSet presAssocID="{BBB5A139-134B-48E1-AD2A-9DD4359224C1}" presName="spaceBetweenRectangles" presStyleCnt="0"/>
      <dgm:spPr/>
    </dgm:pt>
    <dgm:pt modelId="{893D025C-3868-4B6F-8056-89D4AD8CD25B}" type="pres">
      <dgm:prSet presAssocID="{B80CE084-7BC9-43FB-8FFD-F0D4C894C3DD}" presName="composite" presStyleCnt="0"/>
      <dgm:spPr/>
    </dgm:pt>
    <dgm:pt modelId="{EB4D5451-73BA-4115-8F12-A037B6073BAD}" type="pres">
      <dgm:prSet presAssocID="{B80CE084-7BC9-43FB-8FFD-F0D4C894C3DD}" presName="ConnectorPoint" presStyleLbl="lnNode1" presStyleIdx="2"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6CB1362-E8F0-4AF9-A70F-AFCA68A9AE33}" type="pres">
      <dgm:prSet presAssocID="{B80CE084-7BC9-43FB-8FFD-F0D4C894C3DD}" presName="DropPinPlaceHolder" presStyleCnt="0"/>
      <dgm:spPr/>
    </dgm:pt>
    <dgm:pt modelId="{680F17AD-1EC1-4C46-AEC7-2766A39833D6}" type="pres">
      <dgm:prSet presAssocID="{B80CE084-7BC9-43FB-8FFD-F0D4C894C3DD}" presName="DropPin" presStyleLbl="alignNode1" presStyleIdx="2" presStyleCnt="7"/>
      <dgm:spPr/>
    </dgm:pt>
    <dgm:pt modelId="{C9F93A6B-8E3F-49CB-92A5-3AB92B6D715A}" type="pres">
      <dgm:prSet presAssocID="{B80CE084-7BC9-43FB-8FFD-F0D4C894C3DD}" presName="Ellipse" presStyleLbl="fgAcc1" presStyleIdx="3" presStyleCnt="8"/>
      <dgm:spPr>
        <a:solidFill>
          <a:schemeClr val="lt1">
            <a:alpha val="90000"/>
            <a:hueOff val="0"/>
            <a:satOff val="0"/>
            <a:lumOff val="0"/>
            <a:alphaOff val="0"/>
          </a:schemeClr>
        </a:solidFill>
        <a:ln w="12700" cap="flat" cmpd="sng" algn="ctr">
          <a:noFill/>
          <a:prstDash val="solid"/>
          <a:miter lim="800000"/>
        </a:ln>
        <a:effectLst/>
      </dgm:spPr>
    </dgm:pt>
    <dgm:pt modelId="{56350B79-E8F1-4756-8C21-0BBE740EEFFA}" type="pres">
      <dgm:prSet presAssocID="{B80CE084-7BC9-43FB-8FFD-F0D4C894C3DD}" presName="L2TextContainer" presStyleLbl="revTx" presStyleIdx="4" presStyleCnt="14">
        <dgm:presLayoutVars>
          <dgm:bulletEnabled val="1"/>
        </dgm:presLayoutVars>
      </dgm:prSet>
      <dgm:spPr/>
    </dgm:pt>
    <dgm:pt modelId="{F1691674-1DFC-4310-A854-8A3047CD3018}" type="pres">
      <dgm:prSet presAssocID="{B80CE084-7BC9-43FB-8FFD-F0D4C894C3DD}" presName="L1TextContainer" presStyleLbl="revTx" presStyleIdx="5" presStyleCnt="14">
        <dgm:presLayoutVars>
          <dgm:chMax val="1"/>
          <dgm:chPref val="1"/>
          <dgm:bulletEnabled val="1"/>
        </dgm:presLayoutVars>
      </dgm:prSet>
      <dgm:spPr/>
    </dgm:pt>
    <dgm:pt modelId="{91A91000-F66D-493B-AC6C-295E6F3CCE85}" type="pres">
      <dgm:prSet presAssocID="{B80CE084-7BC9-43FB-8FFD-F0D4C894C3DD}" presName="ConnectLine" presStyleLbl="sibTrans1D1" presStyleIdx="2" presStyleCnt="7"/>
      <dgm:spPr>
        <a:noFill/>
        <a:ln w="12700" cap="flat" cmpd="sng" algn="ctr">
          <a:solidFill>
            <a:schemeClr val="accent1">
              <a:hueOff val="0"/>
              <a:satOff val="0"/>
              <a:lumOff val="0"/>
              <a:alphaOff val="0"/>
            </a:schemeClr>
          </a:solidFill>
          <a:prstDash val="dash"/>
          <a:miter lim="800000"/>
        </a:ln>
        <a:effectLst/>
      </dgm:spPr>
    </dgm:pt>
    <dgm:pt modelId="{928BC0B2-8A5D-48FD-B715-01A5A237AE97}" type="pres">
      <dgm:prSet presAssocID="{B80CE084-7BC9-43FB-8FFD-F0D4C894C3DD}" presName="EmptyPlaceHolder" presStyleCnt="0"/>
      <dgm:spPr/>
    </dgm:pt>
    <dgm:pt modelId="{CCFB8C60-B3AF-476B-9990-CFC78D0501A3}" type="pres">
      <dgm:prSet presAssocID="{1801EA2A-6D2C-42A7-A329-BB14849FBA16}" presName="spaceBetweenRectangles" presStyleCnt="0"/>
      <dgm:spPr/>
    </dgm:pt>
    <dgm:pt modelId="{F3013373-EFC0-4430-B610-599039DFF03D}" type="pres">
      <dgm:prSet presAssocID="{D69BA334-036B-499E-938B-752FEA55881E}" presName="composite" presStyleCnt="0"/>
      <dgm:spPr/>
    </dgm:pt>
    <dgm:pt modelId="{201EB04A-5696-4B20-85EC-5195A8B37082}" type="pres">
      <dgm:prSet presAssocID="{D69BA334-036B-499E-938B-752FEA55881E}" presName="ConnectorPoint" presStyleLbl="lnNode1" presStyleIdx="3"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C413D612-0839-40F3-9BBA-DB50CAEA01EB}" type="pres">
      <dgm:prSet presAssocID="{D69BA334-036B-499E-938B-752FEA55881E}" presName="DropPinPlaceHolder" presStyleCnt="0"/>
      <dgm:spPr/>
    </dgm:pt>
    <dgm:pt modelId="{E547A05B-F1AE-4E07-8C87-C978C5D2BACE}" type="pres">
      <dgm:prSet presAssocID="{D69BA334-036B-499E-938B-752FEA55881E}" presName="DropPin" presStyleLbl="alignNode1" presStyleIdx="3" presStyleCnt="7"/>
      <dgm:spPr/>
    </dgm:pt>
    <dgm:pt modelId="{0854B686-C839-4A9D-9D63-8BD1BA0DB84B}" type="pres">
      <dgm:prSet presAssocID="{D69BA334-036B-499E-938B-752FEA55881E}" presName="Ellipse" presStyleLbl="fgAcc1" presStyleIdx="4" presStyleCnt="8"/>
      <dgm:spPr>
        <a:solidFill>
          <a:schemeClr val="lt1">
            <a:alpha val="90000"/>
            <a:hueOff val="0"/>
            <a:satOff val="0"/>
            <a:lumOff val="0"/>
            <a:alphaOff val="0"/>
          </a:schemeClr>
        </a:solidFill>
        <a:ln w="12700" cap="flat" cmpd="sng" algn="ctr">
          <a:noFill/>
          <a:prstDash val="solid"/>
          <a:miter lim="800000"/>
        </a:ln>
        <a:effectLst/>
      </dgm:spPr>
    </dgm:pt>
    <dgm:pt modelId="{28A42D7D-53D9-43F8-8321-25BA991B8083}" type="pres">
      <dgm:prSet presAssocID="{D69BA334-036B-499E-938B-752FEA55881E}" presName="L2TextContainer" presStyleLbl="revTx" presStyleIdx="6" presStyleCnt="14">
        <dgm:presLayoutVars>
          <dgm:bulletEnabled val="1"/>
        </dgm:presLayoutVars>
      </dgm:prSet>
      <dgm:spPr/>
    </dgm:pt>
    <dgm:pt modelId="{4B5E0677-40BB-4CE7-A9E9-558DC3BD233C}" type="pres">
      <dgm:prSet presAssocID="{D69BA334-036B-499E-938B-752FEA55881E}" presName="L1TextContainer" presStyleLbl="revTx" presStyleIdx="7" presStyleCnt="14">
        <dgm:presLayoutVars>
          <dgm:chMax val="1"/>
          <dgm:chPref val="1"/>
          <dgm:bulletEnabled val="1"/>
        </dgm:presLayoutVars>
      </dgm:prSet>
      <dgm:spPr/>
    </dgm:pt>
    <dgm:pt modelId="{666FCE44-C54C-4745-9B41-498D6C3E4C11}" type="pres">
      <dgm:prSet presAssocID="{D69BA334-036B-499E-938B-752FEA55881E}" presName="ConnectLine" presStyleLbl="sibTrans1D1" presStyleIdx="3" presStyleCnt="7"/>
      <dgm:spPr>
        <a:noFill/>
        <a:ln w="12700" cap="flat" cmpd="sng" algn="ctr">
          <a:solidFill>
            <a:schemeClr val="accent1">
              <a:hueOff val="0"/>
              <a:satOff val="0"/>
              <a:lumOff val="0"/>
              <a:alphaOff val="0"/>
            </a:schemeClr>
          </a:solidFill>
          <a:prstDash val="dash"/>
          <a:miter lim="800000"/>
        </a:ln>
        <a:effectLst/>
      </dgm:spPr>
    </dgm:pt>
    <dgm:pt modelId="{FB3B56F5-85E1-4A47-A3BC-3517D2E4C530}" type="pres">
      <dgm:prSet presAssocID="{D69BA334-036B-499E-938B-752FEA55881E}" presName="EmptyPlaceHolder" presStyleCnt="0"/>
      <dgm:spPr/>
    </dgm:pt>
    <dgm:pt modelId="{701D5E31-2ED9-41F0-A839-6C8646D76675}" type="pres">
      <dgm:prSet presAssocID="{49E29907-019A-4DED-9462-ED38EA6332F1}" presName="spaceBetweenRectangles" presStyleCnt="0"/>
      <dgm:spPr/>
    </dgm:pt>
    <dgm:pt modelId="{E8820CD6-0497-4B4A-97B4-173CBB743266}" type="pres">
      <dgm:prSet presAssocID="{601A3804-5020-471F-A657-9C5C07813DA7}" presName="composite" presStyleCnt="0"/>
      <dgm:spPr/>
    </dgm:pt>
    <dgm:pt modelId="{E5243F69-AF42-4AB9-AAF5-AE8A90B33536}" type="pres">
      <dgm:prSet presAssocID="{601A3804-5020-471F-A657-9C5C07813DA7}" presName="ConnectorPoint" presStyleLbl="lnNode1" presStyleIdx="4"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50F9F23-EB20-461C-967A-FBCAF27E0324}" type="pres">
      <dgm:prSet presAssocID="{601A3804-5020-471F-A657-9C5C07813DA7}" presName="DropPinPlaceHolder" presStyleCnt="0"/>
      <dgm:spPr/>
    </dgm:pt>
    <dgm:pt modelId="{FAD12104-2278-4509-8DD1-DE6F81F14C37}" type="pres">
      <dgm:prSet presAssocID="{601A3804-5020-471F-A657-9C5C07813DA7}" presName="DropPin" presStyleLbl="alignNode1" presStyleIdx="4" presStyleCnt="7"/>
      <dgm:spPr/>
    </dgm:pt>
    <dgm:pt modelId="{248D878A-71A1-476E-82C3-87A681ECF5D7}" type="pres">
      <dgm:prSet presAssocID="{601A3804-5020-471F-A657-9C5C07813DA7}" presName="Ellipse" presStyleLbl="fgAcc1" presStyleIdx="5" presStyleCnt="8"/>
      <dgm:spPr>
        <a:solidFill>
          <a:schemeClr val="lt1">
            <a:alpha val="90000"/>
            <a:hueOff val="0"/>
            <a:satOff val="0"/>
            <a:lumOff val="0"/>
            <a:alphaOff val="0"/>
          </a:schemeClr>
        </a:solidFill>
        <a:ln w="12700" cap="flat" cmpd="sng" algn="ctr">
          <a:noFill/>
          <a:prstDash val="solid"/>
          <a:miter lim="800000"/>
        </a:ln>
        <a:effectLst/>
      </dgm:spPr>
    </dgm:pt>
    <dgm:pt modelId="{7061F906-9719-4866-8831-4FD9DF381096}" type="pres">
      <dgm:prSet presAssocID="{601A3804-5020-471F-A657-9C5C07813DA7}" presName="L2TextContainer" presStyleLbl="revTx" presStyleIdx="8" presStyleCnt="14">
        <dgm:presLayoutVars>
          <dgm:bulletEnabled val="1"/>
        </dgm:presLayoutVars>
      </dgm:prSet>
      <dgm:spPr/>
    </dgm:pt>
    <dgm:pt modelId="{3D7A38F7-90D6-44ED-8B4F-1E6031420B5C}" type="pres">
      <dgm:prSet presAssocID="{601A3804-5020-471F-A657-9C5C07813DA7}" presName="L1TextContainer" presStyleLbl="revTx" presStyleIdx="9" presStyleCnt="14">
        <dgm:presLayoutVars>
          <dgm:chMax val="1"/>
          <dgm:chPref val="1"/>
          <dgm:bulletEnabled val="1"/>
        </dgm:presLayoutVars>
      </dgm:prSet>
      <dgm:spPr/>
    </dgm:pt>
    <dgm:pt modelId="{D8891CC2-4760-4F0C-9771-1BEA41294F46}" type="pres">
      <dgm:prSet presAssocID="{601A3804-5020-471F-A657-9C5C07813DA7}" presName="ConnectLine" presStyleLbl="sibTrans1D1" presStyleIdx="4" presStyleCnt="7"/>
      <dgm:spPr>
        <a:noFill/>
        <a:ln w="12700" cap="flat" cmpd="sng" algn="ctr">
          <a:solidFill>
            <a:schemeClr val="accent1">
              <a:hueOff val="0"/>
              <a:satOff val="0"/>
              <a:lumOff val="0"/>
              <a:alphaOff val="0"/>
            </a:schemeClr>
          </a:solidFill>
          <a:prstDash val="dash"/>
          <a:miter lim="800000"/>
        </a:ln>
        <a:effectLst/>
      </dgm:spPr>
    </dgm:pt>
    <dgm:pt modelId="{EA06489B-FACE-400A-B461-E8B73FC73215}" type="pres">
      <dgm:prSet presAssocID="{601A3804-5020-471F-A657-9C5C07813DA7}" presName="EmptyPlaceHolder" presStyleCnt="0"/>
      <dgm:spPr/>
    </dgm:pt>
    <dgm:pt modelId="{3B39EE5A-D33A-4BDA-A160-2D6ADCA7E6B3}" type="pres">
      <dgm:prSet presAssocID="{B6D8F285-5841-42AC-8169-501429F56233}" presName="spaceBetweenRectangles" presStyleCnt="0"/>
      <dgm:spPr/>
    </dgm:pt>
    <dgm:pt modelId="{B7154EE4-6114-4C0E-B679-F50ED0551B14}" type="pres">
      <dgm:prSet presAssocID="{E035F3EF-5897-461D-8D72-DDBE966ED321}" presName="composite" presStyleCnt="0"/>
      <dgm:spPr/>
    </dgm:pt>
    <dgm:pt modelId="{657AA43D-6D0A-4045-A79E-D448BC349150}" type="pres">
      <dgm:prSet presAssocID="{E035F3EF-5897-461D-8D72-DDBE966ED321}" presName="ConnectorPoint" presStyleLbl="lnNode1" presStyleIdx="5"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7F06A148-9A56-4EF6-87B0-5CF60FEE4987}" type="pres">
      <dgm:prSet presAssocID="{E035F3EF-5897-461D-8D72-DDBE966ED321}" presName="DropPinPlaceHolder" presStyleCnt="0"/>
      <dgm:spPr/>
    </dgm:pt>
    <dgm:pt modelId="{4775C1C4-A136-4F65-BC99-550F92C9A41A}" type="pres">
      <dgm:prSet presAssocID="{E035F3EF-5897-461D-8D72-DDBE966ED321}" presName="DropPin" presStyleLbl="alignNode1" presStyleIdx="5" presStyleCnt="7"/>
      <dgm:spPr/>
    </dgm:pt>
    <dgm:pt modelId="{F85B0D7E-BA55-4AC3-8D5B-AC9652D58865}" type="pres">
      <dgm:prSet presAssocID="{E035F3EF-5897-461D-8D72-DDBE966ED321}" presName="Ellipse" presStyleLbl="fgAcc1" presStyleIdx="6" presStyleCnt="8"/>
      <dgm:spPr>
        <a:solidFill>
          <a:schemeClr val="lt1">
            <a:alpha val="90000"/>
            <a:hueOff val="0"/>
            <a:satOff val="0"/>
            <a:lumOff val="0"/>
            <a:alphaOff val="0"/>
          </a:schemeClr>
        </a:solidFill>
        <a:ln w="12700" cap="flat" cmpd="sng" algn="ctr">
          <a:noFill/>
          <a:prstDash val="solid"/>
          <a:miter lim="800000"/>
        </a:ln>
        <a:effectLst/>
      </dgm:spPr>
    </dgm:pt>
    <dgm:pt modelId="{6BA7FF46-9454-45A0-B9DA-8039A043FBFC}" type="pres">
      <dgm:prSet presAssocID="{E035F3EF-5897-461D-8D72-DDBE966ED321}" presName="L2TextContainer" presStyleLbl="revTx" presStyleIdx="10" presStyleCnt="14">
        <dgm:presLayoutVars>
          <dgm:bulletEnabled val="1"/>
        </dgm:presLayoutVars>
      </dgm:prSet>
      <dgm:spPr/>
    </dgm:pt>
    <dgm:pt modelId="{44D1B90B-4A95-417E-8D9A-8FC34E313736}" type="pres">
      <dgm:prSet presAssocID="{E035F3EF-5897-461D-8D72-DDBE966ED321}" presName="L1TextContainer" presStyleLbl="revTx" presStyleIdx="11" presStyleCnt="14">
        <dgm:presLayoutVars>
          <dgm:chMax val="1"/>
          <dgm:chPref val="1"/>
          <dgm:bulletEnabled val="1"/>
        </dgm:presLayoutVars>
      </dgm:prSet>
      <dgm:spPr/>
    </dgm:pt>
    <dgm:pt modelId="{5048E069-6995-4576-98AA-65E5EF91DBB4}" type="pres">
      <dgm:prSet presAssocID="{E035F3EF-5897-461D-8D72-DDBE966ED321}" presName="ConnectLine" presStyleLbl="sibTrans1D1" presStyleIdx="5" presStyleCnt="7"/>
      <dgm:spPr>
        <a:noFill/>
        <a:ln w="12700" cap="flat" cmpd="sng" algn="ctr">
          <a:solidFill>
            <a:schemeClr val="accent1">
              <a:hueOff val="0"/>
              <a:satOff val="0"/>
              <a:lumOff val="0"/>
              <a:alphaOff val="0"/>
            </a:schemeClr>
          </a:solidFill>
          <a:prstDash val="dash"/>
          <a:miter lim="800000"/>
        </a:ln>
        <a:effectLst/>
      </dgm:spPr>
    </dgm:pt>
    <dgm:pt modelId="{EA1CDCED-D92E-4AB7-9BB4-4EA8D07C0DDF}" type="pres">
      <dgm:prSet presAssocID="{E035F3EF-5897-461D-8D72-DDBE966ED321}" presName="EmptyPlaceHolder" presStyleCnt="0"/>
      <dgm:spPr/>
    </dgm:pt>
    <dgm:pt modelId="{B0C57ADF-00D1-4229-9F99-06AC33AE5479}" type="pres">
      <dgm:prSet presAssocID="{39959C0D-F602-4FC5-B2C4-036014E71C6F}" presName="spaceBetweenRectangles" presStyleCnt="0"/>
      <dgm:spPr/>
    </dgm:pt>
    <dgm:pt modelId="{36B3BDC4-5C78-4925-A539-E154D326286C}" type="pres">
      <dgm:prSet presAssocID="{06B76897-0D03-44FD-B153-A88DE0C47E9F}" presName="composite" presStyleCnt="0"/>
      <dgm:spPr/>
    </dgm:pt>
    <dgm:pt modelId="{17D479CF-09F9-4026-8040-7AE512575582}" type="pres">
      <dgm:prSet presAssocID="{06B76897-0D03-44FD-B153-A88DE0C47E9F}" presName="ConnectorPoint" presStyleLbl="lnNode1" presStyleIdx="6" presStyleCnt="7"/>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6F8D1F4F-E4A2-4DB4-BB5A-25CC5FC244C6}" type="pres">
      <dgm:prSet presAssocID="{06B76897-0D03-44FD-B153-A88DE0C47E9F}" presName="DropPinPlaceHolder" presStyleCnt="0"/>
      <dgm:spPr/>
    </dgm:pt>
    <dgm:pt modelId="{FC183577-92DE-49A0-9D85-7AEB860EC268}" type="pres">
      <dgm:prSet presAssocID="{06B76897-0D03-44FD-B153-A88DE0C47E9F}" presName="DropPin" presStyleLbl="alignNode1" presStyleIdx="6" presStyleCnt="7"/>
      <dgm:spPr/>
    </dgm:pt>
    <dgm:pt modelId="{66964BC4-A1B3-47EF-A285-0DC47B3EA879}" type="pres">
      <dgm:prSet presAssocID="{06B76897-0D03-44FD-B153-A88DE0C47E9F}" presName="Ellipse" presStyleLbl="fgAcc1" presStyleIdx="7" presStyleCnt="8"/>
      <dgm:spPr>
        <a:solidFill>
          <a:schemeClr val="lt1">
            <a:alpha val="90000"/>
            <a:hueOff val="0"/>
            <a:satOff val="0"/>
            <a:lumOff val="0"/>
            <a:alphaOff val="0"/>
          </a:schemeClr>
        </a:solidFill>
        <a:ln w="12700" cap="flat" cmpd="sng" algn="ctr">
          <a:noFill/>
          <a:prstDash val="solid"/>
          <a:miter lim="800000"/>
        </a:ln>
        <a:effectLst/>
      </dgm:spPr>
    </dgm:pt>
    <dgm:pt modelId="{76DFA28C-F030-46C9-B036-1DEB0A2941D4}" type="pres">
      <dgm:prSet presAssocID="{06B76897-0D03-44FD-B153-A88DE0C47E9F}" presName="L2TextContainer" presStyleLbl="revTx" presStyleIdx="12" presStyleCnt="14">
        <dgm:presLayoutVars>
          <dgm:bulletEnabled val="1"/>
        </dgm:presLayoutVars>
      </dgm:prSet>
      <dgm:spPr/>
    </dgm:pt>
    <dgm:pt modelId="{C4B30D7F-3024-495E-926B-165145C851E6}" type="pres">
      <dgm:prSet presAssocID="{06B76897-0D03-44FD-B153-A88DE0C47E9F}" presName="L1TextContainer" presStyleLbl="revTx" presStyleIdx="13" presStyleCnt="14">
        <dgm:presLayoutVars>
          <dgm:chMax val="1"/>
          <dgm:chPref val="1"/>
          <dgm:bulletEnabled val="1"/>
        </dgm:presLayoutVars>
      </dgm:prSet>
      <dgm:spPr/>
    </dgm:pt>
    <dgm:pt modelId="{5C165AEB-0795-4553-9C92-FA24A499A6B4}" type="pres">
      <dgm:prSet presAssocID="{06B76897-0D03-44FD-B153-A88DE0C47E9F}" presName="ConnectLine" presStyleLbl="sibTrans1D1" presStyleIdx="6" presStyleCnt="7"/>
      <dgm:spPr>
        <a:noFill/>
        <a:ln w="12700" cap="flat" cmpd="sng" algn="ctr">
          <a:solidFill>
            <a:schemeClr val="accent1">
              <a:hueOff val="0"/>
              <a:satOff val="0"/>
              <a:lumOff val="0"/>
              <a:alphaOff val="0"/>
            </a:schemeClr>
          </a:solidFill>
          <a:prstDash val="dash"/>
          <a:miter lim="800000"/>
        </a:ln>
        <a:effectLst/>
      </dgm:spPr>
    </dgm:pt>
    <dgm:pt modelId="{BD04DFA8-A148-45A5-89CF-2654876528DC}" type="pres">
      <dgm:prSet presAssocID="{06B76897-0D03-44FD-B153-A88DE0C47E9F}" presName="EmptyPlaceHolder" presStyleCnt="0"/>
      <dgm:spPr/>
    </dgm:pt>
  </dgm:ptLst>
  <dgm:cxnLst>
    <dgm:cxn modelId="{BDB43525-5D1B-4509-87EF-5A2C0A059CBC}" type="presOf" srcId="{8C12B970-CB45-4E62-B4B6-A49335F47177}" destId="{A780D7D6-CE4C-49DF-9F06-F85D9F74CF2B}" srcOrd="0" destOrd="0" presId="urn:microsoft.com/office/officeart/2017/3/layout/DropPinTimeline"/>
    <dgm:cxn modelId="{612DCE60-F3AA-48D3-BE18-3CAE4F6FD00D}" srcId="{0CD2A502-2215-4471-A0BD-D95B0C0781D9}" destId="{06B76897-0D03-44FD-B153-A88DE0C47E9F}" srcOrd="6" destOrd="0" parTransId="{9A86E840-5CAD-4ACE-9EAA-26C3851DF0B8}" sibTransId="{2C98134C-7837-4BE5-AB41-C4EBBCB027AA}"/>
    <dgm:cxn modelId="{5ED1626B-37F7-4D7F-9F1F-C23591B34E4B}" type="presOf" srcId="{601A3804-5020-471F-A657-9C5C07813DA7}" destId="{3D7A38F7-90D6-44ED-8B4F-1E6031420B5C}" srcOrd="0" destOrd="0" presId="urn:microsoft.com/office/officeart/2017/3/layout/DropPinTimeline"/>
    <dgm:cxn modelId="{6BEFFF4D-AEA0-4866-A3FE-63D58FF5A0D0}" srcId="{0CD2A502-2215-4471-A0BD-D95B0C0781D9}" destId="{CDB8EA94-8785-4B27-BCBD-96403649286A}" srcOrd="0" destOrd="0" parTransId="{8BB76B8E-4FB4-4428-BACA-CFAE869F7013}" sibTransId="{79BAE9AA-D823-49D7-A615-C8B65064C34A}"/>
    <dgm:cxn modelId="{F2AB6277-E45B-40DA-879F-CD818E2F3F40}" srcId="{0CD2A502-2215-4471-A0BD-D95B0C0781D9}" destId="{B80CE084-7BC9-43FB-8FFD-F0D4C894C3DD}" srcOrd="2" destOrd="0" parTransId="{50FE63B7-D283-4947-BA70-FB8C5DCEC609}" sibTransId="{1801EA2A-6D2C-42A7-A329-BB14849FBA16}"/>
    <dgm:cxn modelId="{A870AF7B-23F1-4A96-AD42-30C7F3A5E75D}" type="presOf" srcId="{06B76897-0D03-44FD-B153-A88DE0C47E9F}" destId="{C4B30D7F-3024-495E-926B-165145C851E6}" srcOrd="0" destOrd="0" presId="urn:microsoft.com/office/officeart/2017/3/layout/DropPinTimeline"/>
    <dgm:cxn modelId="{0D9E5496-B1A2-456D-AB2A-B93CDD7237CF}" srcId="{0CD2A502-2215-4471-A0BD-D95B0C0781D9}" destId="{8C12B970-CB45-4E62-B4B6-A49335F47177}" srcOrd="1" destOrd="0" parTransId="{ADB52096-CA78-4E2B-853E-D4672BB89C6A}" sibTransId="{BBB5A139-134B-48E1-AD2A-9DD4359224C1}"/>
    <dgm:cxn modelId="{A8F6FEA3-6DD7-4A50-934B-650D3D3AB6C7}" type="presOf" srcId="{CDB8EA94-8785-4B27-BCBD-96403649286A}" destId="{DBD0C507-CCD4-4295-9386-2D5CFF2BD979}" srcOrd="0" destOrd="0" presId="urn:microsoft.com/office/officeart/2017/3/layout/DropPinTimeline"/>
    <dgm:cxn modelId="{CD0A42C0-B5A4-477C-8D7D-0D8A5DA5D448}" type="presOf" srcId="{D69BA334-036B-499E-938B-752FEA55881E}" destId="{4B5E0677-40BB-4CE7-A9E9-558DC3BD233C}" srcOrd="0" destOrd="0" presId="urn:microsoft.com/office/officeart/2017/3/layout/DropPinTimeline"/>
    <dgm:cxn modelId="{BFAEEEC4-374D-4C3F-A281-E3FBFE12F16F}" srcId="{0CD2A502-2215-4471-A0BD-D95B0C0781D9}" destId="{E035F3EF-5897-461D-8D72-DDBE966ED321}" srcOrd="5" destOrd="0" parTransId="{B3A5E1FD-A496-44C7-AF91-CBFAE6C72FC5}" sibTransId="{39959C0D-F602-4FC5-B2C4-036014E71C6F}"/>
    <dgm:cxn modelId="{106E5BCE-19BC-4838-AB2D-B0F77175E799}" type="presOf" srcId="{0CD2A502-2215-4471-A0BD-D95B0C0781D9}" destId="{BFD8270F-58C1-44AC-9BF9-010648B090C4}" srcOrd="0" destOrd="0" presId="urn:microsoft.com/office/officeart/2017/3/layout/DropPinTimeline"/>
    <dgm:cxn modelId="{922655D3-6CF4-4DFE-9404-F039F09D073B}" type="presOf" srcId="{B80CE084-7BC9-43FB-8FFD-F0D4C894C3DD}" destId="{F1691674-1DFC-4310-A854-8A3047CD3018}" srcOrd="0" destOrd="0" presId="urn:microsoft.com/office/officeart/2017/3/layout/DropPinTimeline"/>
    <dgm:cxn modelId="{319961D5-C38E-4CAA-91EF-A297C6CEDAB3}" srcId="{0CD2A502-2215-4471-A0BD-D95B0C0781D9}" destId="{601A3804-5020-471F-A657-9C5C07813DA7}" srcOrd="4" destOrd="0" parTransId="{6A8F1011-6FE2-4C6D-9D98-0EA496A3AA9D}" sibTransId="{B6D8F285-5841-42AC-8169-501429F56233}"/>
    <dgm:cxn modelId="{3ABC51DE-8FE3-432E-BDEA-C50F3081A5E0}" srcId="{0CD2A502-2215-4471-A0BD-D95B0C0781D9}" destId="{D69BA334-036B-499E-938B-752FEA55881E}" srcOrd="3" destOrd="0" parTransId="{E601B422-D45D-41A3-B9A5-67F3A53637F4}" sibTransId="{49E29907-019A-4DED-9462-ED38EA6332F1}"/>
    <dgm:cxn modelId="{74D0EADE-7BC2-47F5-B1EB-D6D7BDBF5328}" type="presOf" srcId="{E035F3EF-5897-461D-8D72-DDBE966ED321}" destId="{44D1B90B-4A95-417E-8D9A-8FC34E313736}" srcOrd="0" destOrd="0" presId="urn:microsoft.com/office/officeart/2017/3/layout/DropPinTimeline"/>
    <dgm:cxn modelId="{86C20374-DCBA-495E-9D7B-BBA12D77FA72}" type="presParOf" srcId="{BFD8270F-58C1-44AC-9BF9-010648B090C4}" destId="{5172B111-FC75-4DAA-B170-71FEFD3D73D8}" srcOrd="0" destOrd="0" presId="urn:microsoft.com/office/officeart/2017/3/layout/DropPinTimeline"/>
    <dgm:cxn modelId="{43A59364-D4E0-4F49-9CB4-76B810657F70}" type="presParOf" srcId="{BFD8270F-58C1-44AC-9BF9-010648B090C4}" destId="{0C84E23D-6B75-459C-881D-0AD5FEBE0E60}" srcOrd="1" destOrd="0" presId="urn:microsoft.com/office/officeart/2017/3/layout/DropPinTimeline"/>
    <dgm:cxn modelId="{66E76C96-69DD-405A-9761-794023C1D52E}" type="presParOf" srcId="{0C84E23D-6B75-459C-881D-0AD5FEBE0E60}" destId="{B801BCBF-01BA-44D5-948F-F836009F4A64}" srcOrd="0" destOrd="0" presId="urn:microsoft.com/office/officeart/2017/3/layout/DropPinTimeline"/>
    <dgm:cxn modelId="{D1B7ABB3-7F35-4F64-96CA-08374D8ED65C}" type="presParOf" srcId="{B801BCBF-01BA-44D5-948F-F836009F4A64}" destId="{4029C9CB-CCEE-46D3-B91F-80F900299F76}" srcOrd="0" destOrd="0" presId="urn:microsoft.com/office/officeart/2017/3/layout/DropPinTimeline"/>
    <dgm:cxn modelId="{7636CC67-B7BA-4A7D-BB37-E236A2665A44}" type="presParOf" srcId="{B801BCBF-01BA-44D5-948F-F836009F4A64}" destId="{3AC88EE6-4421-44D9-BE6B-89634735FA31}" srcOrd="1" destOrd="0" presId="urn:microsoft.com/office/officeart/2017/3/layout/DropPinTimeline"/>
    <dgm:cxn modelId="{D10CEEED-5905-4307-A4BF-4BC193742BD1}" type="presParOf" srcId="{3AC88EE6-4421-44D9-BE6B-89634735FA31}" destId="{E79F97B9-A33A-474F-A27C-52E4163DBFD3}" srcOrd="0" destOrd="0" presId="urn:microsoft.com/office/officeart/2017/3/layout/DropPinTimeline"/>
    <dgm:cxn modelId="{15A63A1B-AA29-44DC-922C-73A78AF08EEE}" type="presParOf" srcId="{3AC88EE6-4421-44D9-BE6B-89634735FA31}" destId="{7B5F1302-B947-4A7F-8B72-5F852AA53D96}" srcOrd="1" destOrd="0" presId="urn:microsoft.com/office/officeart/2017/3/layout/DropPinTimeline"/>
    <dgm:cxn modelId="{B8C3AF70-04AD-478F-80A0-FDDDE5A16951}" type="presParOf" srcId="{B801BCBF-01BA-44D5-948F-F836009F4A64}" destId="{A15D0EF8-8D96-4048-9A0E-83913C52CE24}" srcOrd="2" destOrd="0" presId="urn:microsoft.com/office/officeart/2017/3/layout/DropPinTimeline"/>
    <dgm:cxn modelId="{AC0EAA3A-BDC3-48C7-9E53-412E1943A618}" type="presParOf" srcId="{B801BCBF-01BA-44D5-948F-F836009F4A64}" destId="{DBD0C507-CCD4-4295-9386-2D5CFF2BD979}" srcOrd="3" destOrd="0" presId="urn:microsoft.com/office/officeart/2017/3/layout/DropPinTimeline"/>
    <dgm:cxn modelId="{B757DCA5-43CF-4572-9F37-5B5F02A8DD8F}" type="presParOf" srcId="{B801BCBF-01BA-44D5-948F-F836009F4A64}" destId="{B9455A48-8C4D-459D-805D-2BF4B928843F}" srcOrd="4" destOrd="0" presId="urn:microsoft.com/office/officeart/2017/3/layout/DropPinTimeline"/>
    <dgm:cxn modelId="{01DDE320-9162-4D2D-846C-D70E8E73B9C0}" type="presParOf" srcId="{B801BCBF-01BA-44D5-948F-F836009F4A64}" destId="{A07FDAD7-7336-4401-ADA4-143DDE182936}" srcOrd="5" destOrd="0" presId="urn:microsoft.com/office/officeart/2017/3/layout/DropPinTimeline"/>
    <dgm:cxn modelId="{12D2199F-F87D-4FD3-80FA-3CA14014F6F4}" type="presParOf" srcId="{0C84E23D-6B75-459C-881D-0AD5FEBE0E60}" destId="{1CD72FD4-2FAA-4821-B677-B198680DA081}" srcOrd="1" destOrd="0" presId="urn:microsoft.com/office/officeart/2017/3/layout/DropPinTimeline"/>
    <dgm:cxn modelId="{0D800CAD-E21F-47B6-A8EE-03708B5BE943}" type="presParOf" srcId="{0C84E23D-6B75-459C-881D-0AD5FEBE0E60}" destId="{CE6FDAB1-F3D9-46B5-B90C-96718794E3FF}" srcOrd="2" destOrd="0" presId="urn:microsoft.com/office/officeart/2017/3/layout/DropPinTimeline"/>
    <dgm:cxn modelId="{DBA23AD5-6FB2-44F2-A7E4-5492FD1796D0}" type="presParOf" srcId="{CE6FDAB1-F3D9-46B5-B90C-96718794E3FF}" destId="{7CADA605-E7DD-47DE-85FF-E3C2E48BF2CC}" srcOrd="0" destOrd="0" presId="urn:microsoft.com/office/officeart/2017/3/layout/DropPinTimeline"/>
    <dgm:cxn modelId="{6D41E39A-C471-4DFA-9009-5A0701B1676F}" type="presParOf" srcId="{CE6FDAB1-F3D9-46B5-B90C-96718794E3FF}" destId="{A511E7D9-4968-405A-99F8-374E937D59FF}" srcOrd="1" destOrd="0" presId="urn:microsoft.com/office/officeart/2017/3/layout/DropPinTimeline"/>
    <dgm:cxn modelId="{2703A4EF-4599-49CC-BD5C-171AAC10BF74}" type="presParOf" srcId="{A511E7D9-4968-405A-99F8-374E937D59FF}" destId="{276FAB46-A04B-4D5B-9592-BD5854123B59}" srcOrd="0" destOrd="0" presId="urn:microsoft.com/office/officeart/2017/3/layout/DropPinTimeline"/>
    <dgm:cxn modelId="{CDF10F7D-BE7B-4CF1-9830-C44C8F8E17DB}" type="presParOf" srcId="{A511E7D9-4968-405A-99F8-374E937D59FF}" destId="{166C8B8A-95D8-4660-971E-15583F8E6933}" srcOrd="1" destOrd="0" presId="urn:microsoft.com/office/officeart/2017/3/layout/DropPinTimeline"/>
    <dgm:cxn modelId="{8C4DF5BF-1C43-49D2-AC96-FAE9728118C0}" type="presParOf" srcId="{CE6FDAB1-F3D9-46B5-B90C-96718794E3FF}" destId="{C5A52E6B-4BDE-40F6-BAD0-85C8C7E70A3E}" srcOrd="2" destOrd="0" presId="urn:microsoft.com/office/officeart/2017/3/layout/DropPinTimeline"/>
    <dgm:cxn modelId="{F0C8A5E3-5DBA-4FD7-854C-E0E6A6515C98}" type="presParOf" srcId="{CE6FDAB1-F3D9-46B5-B90C-96718794E3FF}" destId="{A780D7D6-CE4C-49DF-9F06-F85D9F74CF2B}" srcOrd="3" destOrd="0" presId="urn:microsoft.com/office/officeart/2017/3/layout/DropPinTimeline"/>
    <dgm:cxn modelId="{DAC5EC3E-E964-4138-A44F-C823C1FBA453}" type="presParOf" srcId="{CE6FDAB1-F3D9-46B5-B90C-96718794E3FF}" destId="{7A4E7427-A2DF-435F-9920-40152588D484}" srcOrd="4" destOrd="0" presId="urn:microsoft.com/office/officeart/2017/3/layout/DropPinTimeline"/>
    <dgm:cxn modelId="{AF448029-A2C5-4380-BA12-050761E49E2A}" type="presParOf" srcId="{CE6FDAB1-F3D9-46B5-B90C-96718794E3FF}" destId="{3888B30D-AE09-46E6-8245-D5E0440D9994}" srcOrd="5" destOrd="0" presId="urn:microsoft.com/office/officeart/2017/3/layout/DropPinTimeline"/>
    <dgm:cxn modelId="{AAC2EE82-E935-44F5-A8CC-7623D857A734}" type="presParOf" srcId="{0C84E23D-6B75-459C-881D-0AD5FEBE0E60}" destId="{5C520924-673B-4934-87AB-8C4AC095D596}" srcOrd="3" destOrd="0" presId="urn:microsoft.com/office/officeart/2017/3/layout/DropPinTimeline"/>
    <dgm:cxn modelId="{59A4241C-76CD-4E51-A2D1-AB5CBB399BE5}" type="presParOf" srcId="{0C84E23D-6B75-459C-881D-0AD5FEBE0E60}" destId="{893D025C-3868-4B6F-8056-89D4AD8CD25B}" srcOrd="4" destOrd="0" presId="urn:microsoft.com/office/officeart/2017/3/layout/DropPinTimeline"/>
    <dgm:cxn modelId="{BDAE4623-B630-4CEB-8330-F779E0BB3FEF}" type="presParOf" srcId="{893D025C-3868-4B6F-8056-89D4AD8CD25B}" destId="{EB4D5451-73BA-4115-8F12-A037B6073BAD}" srcOrd="0" destOrd="0" presId="urn:microsoft.com/office/officeart/2017/3/layout/DropPinTimeline"/>
    <dgm:cxn modelId="{D58F5243-450D-4107-BC92-8CC01D2A023F}" type="presParOf" srcId="{893D025C-3868-4B6F-8056-89D4AD8CD25B}" destId="{06CB1362-E8F0-4AF9-A70F-AFCA68A9AE33}" srcOrd="1" destOrd="0" presId="urn:microsoft.com/office/officeart/2017/3/layout/DropPinTimeline"/>
    <dgm:cxn modelId="{C1C743AC-8A1D-4D76-8675-7C03139CDD4B}" type="presParOf" srcId="{06CB1362-E8F0-4AF9-A70F-AFCA68A9AE33}" destId="{680F17AD-1EC1-4C46-AEC7-2766A39833D6}" srcOrd="0" destOrd="0" presId="urn:microsoft.com/office/officeart/2017/3/layout/DropPinTimeline"/>
    <dgm:cxn modelId="{957AFB9E-DD7E-45EB-983C-8EB332FF3FAF}" type="presParOf" srcId="{06CB1362-E8F0-4AF9-A70F-AFCA68A9AE33}" destId="{C9F93A6B-8E3F-49CB-92A5-3AB92B6D715A}" srcOrd="1" destOrd="0" presId="urn:microsoft.com/office/officeart/2017/3/layout/DropPinTimeline"/>
    <dgm:cxn modelId="{C115F9B2-28D2-45E5-9AC3-EC2D61D5CE5D}" type="presParOf" srcId="{893D025C-3868-4B6F-8056-89D4AD8CD25B}" destId="{56350B79-E8F1-4756-8C21-0BBE740EEFFA}" srcOrd="2" destOrd="0" presId="urn:microsoft.com/office/officeart/2017/3/layout/DropPinTimeline"/>
    <dgm:cxn modelId="{85783D7E-D75A-497F-8EBB-CD6AB0608462}" type="presParOf" srcId="{893D025C-3868-4B6F-8056-89D4AD8CD25B}" destId="{F1691674-1DFC-4310-A854-8A3047CD3018}" srcOrd="3" destOrd="0" presId="urn:microsoft.com/office/officeart/2017/3/layout/DropPinTimeline"/>
    <dgm:cxn modelId="{FF54F7AE-C638-4A8B-8D62-4174AC81D9AB}" type="presParOf" srcId="{893D025C-3868-4B6F-8056-89D4AD8CD25B}" destId="{91A91000-F66D-493B-AC6C-295E6F3CCE85}" srcOrd="4" destOrd="0" presId="urn:microsoft.com/office/officeart/2017/3/layout/DropPinTimeline"/>
    <dgm:cxn modelId="{6CDC60C9-7EB8-4131-9D06-800763C676ED}" type="presParOf" srcId="{893D025C-3868-4B6F-8056-89D4AD8CD25B}" destId="{928BC0B2-8A5D-48FD-B715-01A5A237AE97}" srcOrd="5" destOrd="0" presId="urn:microsoft.com/office/officeart/2017/3/layout/DropPinTimeline"/>
    <dgm:cxn modelId="{06DCFC08-136E-4C05-934B-4B847CDD9B09}" type="presParOf" srcId="{0C84E23D-6B75-459C-881D-0AD5FEBE0E60}" destId="{CCFB8C60-B3AF-476B-9990-CFC78D0501A3}" srcOrd="5" destOrd="0" presId="urn:microsoft.com/office/officeart/2017/3/layout/DropPinTimeline"/>
    <dgm:cxn modelId="{156A5D6B-8D6F-4CF1-81C4-4C8F6B1D3633}" type="presParOf" srcId="{0C84E23D-6B75-459C-881D-0AD5FEBE0E60}" destId="{F3013373-EFC0-4430-B610-599039DFF03D}" srcOrd="6" destOrd="0" presId="urn:microsoft.com/office/officeart/2017/3/layout/DropPinTimeline"/>
    <dgm:cxn modelId="{FA2CDCB6-B7DE-4FD6-8336-74557615FE3F}" type="presParOf" srcId="{F3013373-EFC0-4430-B610-599039DFF03D}" destId="{201EB04A-5696-4B20-85EC-5195A8B37082}" srcOrd="0" destOrd="0" presId="urn:microsoft.com/office/officeart/2017/3/layout/DropPinTimeline"/>
    <dgm:cxn modelId="{56554AAF-D541-4ACB-9C12-E228895746D0}" type="presParOf" srcId="{F3013373-EFC0-4430-B610-599039DFF03D}" destId="{C413D612-0839-40F3-9BBA-DB50CAEA01EB}" srcOrd="1" destOrd="0" presId="urn:microsoft.com/office/officeart/2017/3/layout/DropPinTimeline"/>
    <dgm:cxn modelId="{38C46581-32F3-4E35-9211-FCAFECE84D31}" type="presParOf" srcId="{C413D612-0839-40F3-9BBA-DB50CAEA01EB}" destId="{E547A05B-F1AE-4E07-8C87-C978C5D2BACE}" srcOrd="0" destOrd="0" presId="urn:microsoft.com/office/officeart/2017/3/layout/DropPinTimeline"/>
    <dgm:cxn modelId="{955BA680-85A0-49FD-AF2F-D494C00CD040}" type="presParOf" srcId="{C413D612-0839-40F3-9BBA-DB50CAEA01EB}" destId="{0854B686-C839-4A9D-9D63-8BD1BA0DB84B}" srcOrd="1" destOrd="0" presId="urn:microsoft.com/office/officeart/2017/3/layout/DropPinTimeline"/>
    <dgm:cxn modelId="{A6E1225C-8890-4E4C-80EF-F987E318189C}" type="presParOf" srcId="{F3013373-EFC0-4430-B610-599039DFF03D}" destId="{28A42D7D-53D9-43F8-8321-25BA991B8083}" srcOrd="2" destOrd="0" presId="urn:microsoft.com/office/officeart/2017/3/layout/DropPinTimeline"/>
    <dgm:cxn modelId="{ECD7A328-AC7B-4D94-A0AF-D3E4C6BF228F}" type="presParOf" srcId="{F3013373-EFC0-4430-B610-599039DFF03D}" destId="{4B5E0677-40BB-4CE7-A9E9-558DC3BD233C}" srcOrd="3" destOrd="0" presId="urn:microsoft.com/office/officeart/2017/3/layout/DropPinTimeline"/>
    <dgm:cxn modelId="{92FC45D8-E1A0-4E8E-AC1A-2AEE490F3769}" type="presParOf" srcId="{F3013373-EFC0-4430-B610-599039DFF03D}" destId="{666FCE44-C54C-4745-9B41-498D6C3E4C11}" srcOrd="4" destOrd="0" presId="urn:microsoft.com/office/officeart/2017/3/layout/DropPinTimeline"/>
    <dgm:cxn modelId="{41381374-10A4-4F84-B5B9-D7089D6EEBEB}" type="presParOf" srcId="{F3013373-EFC0-4430-B610-599039DFF03D}" destId="{FB3B56F5-85E1-4A47-A3BC-3517D2E4C530}" srcOrd="5" destOrd="0" presId="urn:microsoft.com/office/officeart/2017/3/layout/DropPinTimeline"/>
    <dgm:cxn modelId="{69815FF7-F3B2-4CD0-AB45-FC88AAC771D3}" type="presParOf" srcId="{0C84E23D-6B75-459C-881D-0AD5FEBE0E60}" destId="{701D5E31-2ED9-41F0-A839-6C8646D76675}" srcOrd="7" destOrd="0" presId="urn:microsoft.com/office/officeart/2017/3/layout/DropPinTimeline"/>
    <dgm:cxn modelId="{59472A96-CF8C-44EE-8891-463B48D50273}" type="presParOf" srcId="{0C84E23D-6B75-459C-881D-0AD5FEBE0E60}" destId="{E8820CD6-0497-4B4A-97B4-173CBB743266}" srcOrd="8" destOrd="0" presId="urn:microsoft.com/office/officeart/2017/3/layout/DropPinTimeline"/>
    <dgm:cxn modelId="{B6139110-A09B-4307-B632-BEFB1784564F}" type="presParOf" srcId="{E8820CD6-0497-4B4A-97B4-173CBB743266}" destId="{E5243F69-AF42-4AB9-AAF5-AE8A90B33536}" srcOrd="0" destOrd="0" presId="urn:microsoft.com/office/officeart/2017/3/layout/DropPinTimeline"/>
    <dgm:cxn modelId="{E4FB1FBE-17C2-49AC-832A-9AC653CB50B2}" type="presParOf" srcId="{E8820CD6-0497-4B4A-97B4-173CBB743266}" destId="{D50F9F23-EB20-461C-967A-FBCAF27E0324}" srcOrd="1" destOrd="0" presId="urn:microsoft.com/office/officeart/2017/3/layout/DropPinTimeline"/>
    <dgm:cxn modelId="{DB796AE8-5FF6-4F9D-A96E-7FBBDB194DA1}" type="presParOf" srcId="{D50F9F23-EB20-461C-967A-FBCAF27E0324}" destId="{FAD12104-2278-4509-8DD1-DE6F81F14C37}" srcOrd="0" destOrd="0" presId="urn:microsoft.com/office/officeart/2017/3/layout/DropPinTimeline"/>
    <dgm:cxn modelId="{E9002FDE-69F7-49D5-AB7D-61B55374365E}" type="presParOf" srcId="{D50F9F23-EB20-461C-967A-FBCAF27E0324}" destId="{248D878A-71A1-476E-82C3-87A681ECF5D7}" srcOrd="1" destOrd="0" presId="urn:microsoft.com/office/officeart/2017/3/layout/DropPinTimeline"/>
    <dgm:cxn modelId="{A871F6B0-ED0F-4AAE-A69E-1824E7E46B7B}" type="presParOf" srcId="{E8820CD6-0497-4B4A-97B4-173CBB743266}" destId="{7061F906-9719-4866-8831-4FD9DF381096}" srcOrd="2" destOrd="0" presId="urn:microsoft.com/office/officeart/2017/3/layout/DropPinTimeline"/>
    <dgm:cxn modelId="{0DCB48EA-A23A-4709-8F5F-E0996AFD8595}" type="presParOf" srcId="{E8820CD6-0497-4B4A-97B4-173CBB743266}" destId="{3D7A38F7-90D6-44ED-8B4F-1E6031420B5C}" srcOrd="3" destOrd="0" presId="urn:microsoft.com/office/officeart/2017/3/layout/DropPinTimeline"/>
    <dgm:cxn modelId="{07D74353-0FF2-4C2F-96F6-49905EC26706}" type="presParOf" srcId="{E8820CD6-0497-4B4A-97B4-173CBB743266}" destId="{D8891CC2-4760-4F0C-9771-1BEA41294F46}" srcOrd="4" destOrd="0" presId="urn:microsoft.com/office/officeart/2017/3/layout/DropPinTimeline"/>
    <dgm:cxn modelId="{AA5C7E41-9250-4FF6-9DA6-3209BC036CB0}" type="presParOf" srcId="{E8820CD6-0497-4B4A-97B4-173CBB743266}" destId="{EA06489B-FACE-400A-B461-E8B73FC73215}" srcOrd="5" destOrd="0" presId="urn:microsoft.com/office/officeart/2017/3/layout/DropPinTimeline"/>
    <dgm:cxn modelId="{411FC91D-53DD-4770-A784-2AE8863A3406}" type="presParOf" srcId="{0C84E23D-6B75-459C-881D-0AD5FEBE0E60}" destId="{3B39EE5A-D33A-4BDA-A160-2D6ADCA7E6B3}" srcOrd="9" destOrd="0" presId="urn:microsoft.com/office/officeart/2017/3/layout/DropPinTimeline"/>
    <dgm:cxn modelId="{48B0EAB9-FD7B-4CD5-9946-9AFF76C420D2}" type="presParOf" srcId="{0C84E23D-6B75-459C-881D-0AD5FEBE0E60}" destId="{B7154EE4-6114-4C0E-B679-F50ED0551B14}" srcOrd="10" destOrd="0" presId="urn:microsoft.com/office/officeart/2017/3/layout/DropPinTimeline"/>
    <dgm:cxn modelId="{58E9C58C-372A-4FC4-B1C8-81C6F31E8EAF}" type="presParOf" srcId="{B7154EE4-6114-4C0E-B679-F50ED0551B14}" destId="{657AA43D-6D0A-4045-A79E-D448BC349150}" srcOrd="0" destOrd="0" presId="urn:microsoft.com/office/officeart/2017/3/layout/DropPinTimeline"/>
    <dgm:cxn modelId="{981212E0-5616-4C38-84CB-8896F3A684EC}" type="presParOf" srcId="{B7154EE4-6114-4C0E-B679-F50ED0551B14}" destId="{7F06A148-9A56-4EF6-87B0-5CF60FEE4987}" srcOrd="1" destOrd="0" presId="urn:microsoft.com/office/officeart/2017/3/layout/DropPinTimeline"/>
    <dgm:cxn modelId="{F0AF90AD-E435-4C15-B3A8-E1FE62F4864F}" type="presParOf" srcId="{7F06A148-9A56-4EF6-87B0-5CF60FEE4987}" destId="{4775C1C4-A136-4F65-BC99-550F92C9A41A}" srcOrd="0" destOrd="0" presId="urn:microsoft.com/office/officeart/2017/3/layout/DropPinTimeline"/>
    <dgm:cxn modelId="{C684A680-A342-4366-BCBB-4C3A1D172C3F}" type="presParOf" srcId="{7F06A148-9A56-4EF6-87B0-5CF60FEE4987}" destId="{F85B0D7E-BA55-4AC3-8D5B-AC9652D58865}" srcOrd="1" destOrd="0" presId="urn:microsoft.com/office/officeart/2017/3/layout/DropPinTimeline"/>
    <dgm:cxn modelId="{28E0E566-53D6-45DB-9478-261B72833A53}" type="presParOf" srcId="{B7154EE4-6114-4C0E-B679-F50ED0551B14}" destId="{6BA7FF46-9454-45A0-B9DA-8039A043FBFC}" srcOrd="2" destOrd="0" presId="urn:microsoft.com/office/officeart/2017/3/layout/DropPinTimeline"/>
    <dgm:cxn modelId="{4A566B11-073B-4733-BDC7-39793704A962}" type="presParOf" srcId="{B7154EE4-6114-4C0E-B679-F50ED0551B14}" destId="{44D1B90B-4A95-417E-8D9A-8FC34E313736}" srcOrd="3" destOrd="0" presId="urn:microsoft.com/office/officeart/2017/3/layout/DropPinTimeline"/>
    <dgm:cxn modelId="{C2E353F9-8B5C-4006-8701-E12C599C8FBE}" type="presParOf" srcId="{B7154EE4-6114-4C0E-B679-F50ED0551B14}" destId="{5048E069-6995-4576-98AA-65E5EF91DBB4}" srcOrd="4" destOrd="0" presId="urn:microsoft.com/office/officeart/2017/3/layout/DropPinTimeline"/>
    <dgm:cxn modelId="{FC8085BB-9409-490F-A8BD-909CB3602D44}" type="presParOf" srcId="{B7154EE4-6114-4C0E-B679-F50ED0551B14}" destId="{EA1CDCED-D92E-4AB7-9BB4-4EA8D07C0DDF}" srcOrd="5" destOrd="0" presId="urn:microsoft.com/office/officeart/2017/3/layout/DropPinTimeline"/>
    <dgm:cxn modelId="{59DB6CE6-8B7E-44C8-B0A7-8041597B3829}" type="presParOf" srcId="{0C84E23D-6B75-459C-881D-0AD5FEBE0E60}" destId="{B0C57ADF-00D1-4229-9F99-06AC33AE5479}" srcOrd="11" destOrd="0" presId="urn:microsoft.com/office/officeart/2017/3/layout/DropPinTimeline"/>
    <dgm:cxn modelId="{3D3815B8-10EE-4EFE-82A0-EC2D4749814E}" type="presParOf" srcId="{0C84E23D-6B75-459C-881D-0AD5FEBE0E60}" destId="{36B3BDC4-5C78-4925-A539-E154D326286C}" srcOrd="12" destOrd="0" presId="urn:microsoft.com/office/officeart/2017/3/layout/DropPinTimeline"/>
    <dgm:cxn modelId="{C1B3CFE4-C39B-4D60-9207-B50B85C46CEC}" type="presParOf" srcId="{36B3BDC4-5C78-4925-A539-E154D326286C}" destId="{17D479CF-09F9-4026-8040-7AE512575582}" srcOrd="0" destOrd="0" presId="urn:microsoft.com/office/officeart/2017/3/layout/DropPinTimeline"/>
    <dgm:cxn modelId="{5135E6D3-65FF-454D-B635-45EA37B798C1}" type="presParOf" srcId="{36B3BDC4-5C78-4925-A539-E154D326286C}" destId="{6F8D1F4F-E4A2-4DB4-BB5A-25CC5FC244C6}" srcOrd="1" destOrd="0" presId="urn:microsoft.com/office/officeart/2017/3/layout/DropPinTimeline"/>
    <dgm:cxn modelId="{5D420FED-D9FA-4BA2-9993-A9E407409DC3}" type="presParOf" srcId="{6F8D1F4F-E4A2-4DB4-BB5A-25CC5FC244C6}" destId="{FC183577-92DE-49A0-9D85-7AEB860EC268}" srcOrd="0" destOrd="0" presId="urn:microsoft.com/office/officeart/2017/3/layout/DropPinTimeline"/>
    <dgm:cxn modelId="{A00AC377-47FC-4E09-BA91-C88D93D75572}" type="presParOf" srcId="{6F8D1F4F-E4A2-4DB4-BB5A-25CC5FC244C6}" destId="{66964BC4-A1B3-47EF-A285-0DC47B3EA879}" srcOrd="1" destOrd="0" presId="urn:microsoft.com/office/officeart/2017/3/layout/DropPinTimeline"/>
    <dgm:cxn modelId="{56BD8D89-0E65-4851-B424-767ADC1CFB4F}" type="presParOf" srcId="{36B3BDC4-5C78-4925-A539-E154D326286C}" destId="{76DFA28C-F030-46C9-B036-1DEB0A2941D4}" srcOrd="2" destOrd="0" presId="urn:microsoft.com/office/officeart/2017/3/layout/DropPinTimeline"/>
    <dgm:cxn modelId="{915BE781-84AF-4D35-8E6B-B6EA5C1C1EB6}" type="presParOf" srcId="{36B3BDC4-5C78-4925-A539-E154D326286C}" destId="{C4B30D7F-3024-495E-926B-165145C851E6}" srcOrd="3" destOrd="0" presId="urn:microsoft.com/office/officeart/2017/3/layout/DropPinTimeline"/>
    <dgm:cxn modelId="{CB1AF78E-7C68-4A74-9BCC-61DE9CEF305D}" type="presParOf" srcId="{36B3BDC4-5C78-4925-A539-E154D326286C}" destId="{5C165AEB-0795-4553-9C92-FA24A499A6B4}" srcOrd="4" destOrd="0" presId="urn:microsoft.com/office/officeart/2017/3/layout/DropPinTimeline"/>
    <dgm:cxn modelId="{287F8665-BCC7-4107-B4E3-F759D08ADA90}" type="presParOf" srcId="{36B3BDC4-5C78-4925-A539-E154D326286C}" destId="{BD04DFA8-A148-45A5-89CF-2654876528DC}" srcOrd="5" destOrd="0" presId="urn:microsoft.com/office/officeart/2017/3/layout/DropPi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63F7A9-AA41-48E0-AF77-5E9D87D2BB28}" type="doc">
      <dgm:prSet loTypeId="urn:microsoft.com/office/officeart/2005/8/layout/orgChart1" loCatId="hierarchy" qsTypeId="urn:microsoft.com/office/officeart/2005/8/quickstyle/simple2" qsCatId="simple" csTypeId="urn:microsoft.com/office/officeart/2005/8/colors/colorful2" csCatId="colorful" phldr="1"/>
      <dgm:spPr/>
      <dgm:t>
        <a:bodyPr/>
        <a:lstStyle/>
        <a:p>
          <a:endParaRPr lang="en-US"/>
        </a:p>
      </dgm:t>
    </dgm:pt>
    <dgm:pt modelId="{A1C36048-A135-4CD8-BD77-7AFF0F1763C2}">
      <dgm:prSet phldrT="[Text]" phldr="0"/>
      <dgm:spPr/>
      <dgm:t>
        <a:bodyPr/>
        <a:lstStyle/>
        <a:p>
          <a:pPr rtl="0"/>
          <a:r>
            <a:rPr lang="en-US" dirty="0">
              <a:latin typeface="Posterama"/>
            </a:rPr>
            <a:t>Side Channel Attack Taxonomy</a:t>
          </a:r>
          <a:endParaRPr lang="en-US" dirty="0"/>
        </a:p>
      </dgm:t>
    </dgm:pt>
    <dgm:pt modelId="{D780936F-C49A-4CE6-B1BB-C17F71EE6500}" type="parTrans" cxnId="{BD1F8B7B-D67B-4489-98ED-5999AA2BF734}">
      <dgm:prSet/>
      <dgm:spPr/>
      <dgm:t>
        <a:bodyPr/>
        <a:lstStyle/>
        <a:p>
          <a:endParaRPr lang="en-US"/>
        </a:p>
      </dgm:t>
    </dgm:pt>
    <dgm:pt modelId="{0C2E1F06-52B3-4C51-B17D-1414EA1ACCAF}" type="sibTrans" cxnId="{BD1F8B7B-D67B-4489-98ED-5999AA2BF734}">
      <dgm:prSet/>
      <dgm:spPr/>
      <dgm:t>
        <a:bodyPr/>
        <a:lstStyle/>
        <a:p>
          <a:endParaRPr lang="en-US"/>
        </a:p>
      </dgm:t>
    </dgm:pt>
    <dgm:pt modelId="{71BBC5E3-BDB5-4E44-BF78-F94270E6585E}">
      <dgm:prSet phldrT="[Text]" phldr="0"/>
      <dgm:spPr/>
      <dgm:t>
        <a:bodyPr/>
        <a:lstStyle/>
        <a:p>
          <a:r>
            <a:rPr lang="en-US" dirty="0">
              <a:latin typeface="Posterama"/>
            </a:rPr>
            <a:t>Exploitation</a:t>
          </a:r>
          <a:endParaRPr lang="en-US" dirty="0"/>
        </a:p>
      </dgm:t>
    </dgm:pt>
    <dgm:pt modelId="{958CE71C-145A-4087-8F50-6DCA352E23B9}" type="parTrans" cxnId="{710295D0-EF32-4930-ADD7-ECE6B2228D89}">
      <dgm:prSet/>
      <dgm:spPr/>
      <dgm:t>
        <a:bodyPr/>
        <a:lstStyle/>
        <a:p>
          <a:endParaRPr lang="en-US"/>
        </a:p>
      </dgm:t>
    </dgm:pt>
    <dgm:pt modelId="{5BFCAE5E-FB42-4739-8498-F2B219522551}" type="sibTrans" cxnId="{710295D0-EF32-4930-ADD7-ECE6B2228D89}">
      <dgm:prSet/>
      <dgm:spPr/>
      <dgm:t>
        <a:bodyPr/>
        <a:lstStyle/>
        <a:p>
          <a:endParaRPr lang="en-US"/>
        </a:p>
      </dgm:t>
    </dgm:pt>
    <dgm:pt modelId="{7136EAF7-D1DE-482C-A7F9-AAEAE083A5F2}">
      <dgm:prSet phldrT="[Text]" phldr="0"/>
      <dgm:spPr/>
      <dgm:t>
        <a:bodyPr/>
        <a:lstStyle/>
        <a:p>
          <a:pPr rtl="0"/>
          <a:r>
            <a:rPr lang="en-US" dirty="0">
              <a:latin typeface="Posterama"/>
            </a:rPr>
            <a:t>Attack Method</a:t>
          </a:r>
          <a:endParaRPr lang="en-US" dirty="0"/>
        </a:p>
      </dgm:t>
    </dgm:pt>
    <dgm:pt modelId="{B4A0FD89-2485-4D83-A7BD-1D321B9DB09E}" type="parTrans" cxnId="{9BD6E64B-CB29-4BAE-A1E5-061666A74BBC}">
      <dgm:prSet/>
      <dgm:spPr/>
      <dgm:t>
        <a:bodyPr/>
        <a:lstStyle/>
        <a:p>
          <a:endParaRPr lang="en-US"/>
        </a:p>
      </dgm:t>
    </dgm:pt>
    <dgm:pt modelId="{16232990-7F9A-4FDD-BCF3-40C6BD3515DC}" type="sibTrans" cxnId="{9BD6E64B-CB29-4BAE-A1E5-061666A74BBC}">
      <dgm:prSet/>
      <dgm:spPr/>
      <dgm:t>
        <a:bodyPr/>
        <a:lstStyle/>
        <a:p>
          <a:endParaRPr lang="en-US"/>
        </a:p>
      </dgm:t>
    </dgm:pt>
    <dgm:pt modelId="{4164A37B-9D50-4FA9-BADF-ED246FF54593}">
      <dgm:prSet phldrT="[Text]" phldr="0"/>
      <dgm:spPr/>
      <dgm:t>
        <a:bodyPr/>
        <a:lstStyle/>
        <a:p>
          <a:pPr rtl="0"/>
          <a:r>
            <a:rPr lang="en-US" dirty="0">
              <a:latin typeface="Posterama"/>
            </a:rPr>
            <a:t>Access Level</a:t>
          </a:r>
          <a:endParaRPr lang="en-US" dirty="0"/>
        </a:p>
      </dgm:t>
    </dgm:pt>
    <dgm:pt modelId="{DD512CEE-78C1-4C1A-A040-51FE4930DCFB}" type="parTrans" cxnId="{CD8D493B-E44F-4BCC-B7DE-8B4229D0C82E}">
      <dgm:prSet/>
      <dgm:spPr/>
      <dgm:t>
        <a:bodyPr/>
        <a:lstStyle/>
        <a:p>
          <a:endParaRPr lang="en-US"/>
        </a:p>
      </dgm:t>
    </dgm:pt>
    <dgm:pt modelId="{32DAD287-9CFB-4ADF-8423-A4FEFBFBE582}" type="sibTrans" cxnId="{CD8D493B-E44F-4BCC-B7DE-8B4229D0C82E}">
      <dgm:prSet/>
      <dgm:spPr/>
      <dgm:t>
        <a:bodyPr/>
        <a:lstStyle/>
        <a:p>
          <a:endParaRPr lang="en-US"/>
        </a:p>
      </dgm:t>
    </dgm:pt>
    <dgm:pt modelId="{310DE44E-511C-4395-9A07-4A6BB52B1C5B}">
      <dgm:prSet phldr="0"/>
      <dgm:spPr/>
      <dgm:t>
        <a:bodyPr/>
        <a:lstStyle/>
        <a:p>
          <a:r>
            <a:rPr lang="en-US" dirty="0">
              <a:latin typeface="Posterama"/>
            </a:rPr>
            <a:t>Component</a:t>
          </a:r>
        </a:p>
      </dgm:t>
    </dgm:pt>
    <dgm:pt modelId="{1B3D824C-8529-4732-B26A-6C91EF0E6184}" type="parTrans" cxnId="{357ACBE3-118F-495E-A0E7-46AC080DBE30}">
      <dgm:prSet/>
      <dgm:spPr/>
    </dgm:pt>
    <dgm:pt modelId="{DF58EF09-D30E-45FC-A914-D0C30245FF18}" type="sibTrans" cxnId="{357ACBE3-118F-495E-A0E7-46AC080DBE30}">
      <dgm:prSet/>
      <dgm:spPr/>
      <dgm:t>
        <a:bodyPr/>
        <a:lstStyle/>
        <a:p>
          <a:endParaRPr lang="en-US"/>
        </a:p>
      </dgm:t>
    </dgm:pt>
    <dgm:pt modelId="{6F6BF602-512A-44F9-8C40-6551FD81F6DB}">
      <dgm:prSet phldr="0"/>
      <dgm:spPr/>
      <dgm:t>
        <a:bodyPr/>
        <a:lstStyle/>
        <a:p>
          <a:r>
            <a:rPr lang="en-US" dirty="0">
              <a:latin typeface="Posterama"/>
            </a:rPr>
            <a:t>Software</a:t>
          </a:r>
        </a:p>
      </dgm:t>
    </dgm:pt>
    <dgm:pt modelId="{F20ECD35-ADE6-4290-B2F5-6A40B6019BA7}" type="parTrans" cxnId="{C5E9C976-965B-43BE-9DD4-F41019465A67}">
      <dgm:prSet/>
      <dgm:spPr/>
    </dgm:pt>
    <dgm:pt modelId="{FEB96C26-91EB-4B2B-A61D-56F36055584B}" type="sibTrans" cxnId="{C5E9C976-965B-43BE-9DD4-F41019465A67}">
      <dgm:prSet/>
      <dgm:spPr/>
      <dgm:t>
        <a:bodyPr/>
        <a:lstStyle/>
        <a:p>
          <a:endParaRPr lang="en-US"/>
        </a:p>
      </dgm:t>
    </dgm:pt>
    <dgm:pt modelId="{4CC85314-A522-4219-B081-DBC8C1D25FFF}">
      <dgm:prSet phldr="0"/>
      <dgm:spPr/>
      <dgm:t>
        <a:bodyPr/>
        <a:lstStyle/>
        <a:p>
          <a:pPr rtl="0"/>
          <a:r>
            <a:rPr lang="en-US" dirty="0">
              <a:latin typeface="Posterama"/>
            </a:rPr>
            <a:t>Hardware</a:t>
          </a:r>
        </a:p>
      </dgm:t>
    </dgm:pt>
    <dgm:pt modelId="{06780B18-F4BC-475C-B384-5A37AC08947C}" type="parTrans" cxnId="{C73C3CC0-3062-4F3B-90E6-808FA464FD37}">
      <dgm:prSet/>
      <dgm:spPr/>
    </dgm:pt>
    <dgm:pt modelId="{DE69779D-AEAB-4AED-915F-8209F2793EFA}" type="sibTrans" cxnId="{C73C3CC0-3062-4F3B-90E6-808FA464FD37}">
      <dgm:prSet/>
      <dgm:spPr/>
      <dgm:t>
        <a:bodyPr/>
        <a:lstStyle/>
        <a:p>
          <a:endParaRPr lang="en-US"/>
        </a:p>
      </dgm:t>
    </dgm:pt>
    <dgm:pt modelId="{58980A8C-28F8-47F5-81F9-1D9DE2E731F8}">
      <dgm:prSet phldr="0"/>
      <dgm:spPr/>
      <dgm:t>
        <a:bodyPr/>
        <a:lstStyle/>
        <a:p>
          <a:r>
            <a:rPr lang="en-US" dirty="0">
              <a:latin typeface="Posterama"/>
            </a:rPr>
            <a:t>Remote</a:t>
          </a:r>
        </a:p>
      </dgm:t>
    </dgm:pt>
    <dgm:pt modelId="{66D6366D-3215-4707-83A4-B05C82F79485}" type="parTrans" cxnId="{882F0F3D-9260-4121-B11C-5808EAEA79EC}">
      <dgm:prSet/>
      <dgm:spPr/>
    </dgm:pt>
    <dgm:pt modelId="{E0B81045-2535-49BD-ABD4-6662950F3B0C}" type="sibTrans" cxnId="{882F0F3D-9260-4121-B11C-5808EAEA79EC}">
      <dgm:prSet/>
      <dgm:spPr/>
      <dgm:t>
        <a:bodyPr/>
        <a:lstStyle/>
        <a:p>
          <a:endParaRPr lang="en-US"/>
        </a:p>
      </dgm:t>
    </dgm:pt>
    <dgm:pt modelId="{F1601CB1-550E-454A-983F-6FBF423218B8}">
      <dgm:prSet phldr="0"/>
      <dgm:spPr/>
      <dgm:t>
        <a:bodyPr/>
        <a:lstStyle/>
        <a:p>
          <a:r>
            <a:rPr lang="en-US" dirty="0">
              <a:latin typeface="Posterama"/>
            </a:rPr>
            <a:t>Local</a:t>
          </a:r>
        </a:p>
      </dgm:t>
    </dgm:pt>
    <dgm:pt modelId="{01DCD9EA-BC30-421F-8D74-67BEE4C88CBC}" type="parTrans" cxnId="{6B00D137-DA78-4AAE-AF07-36E7C52038A6}">
      <dgm:prSet/>
      <dgm:spPr/>
    </dgm:pt>
    <dgm:pt modelId="{555345A6-A4B1-4A0D-B239-017B7717576C}" type="sibTrans" cxnId="{6B00D137-DA78-4AAE-AF07-36E7C52038A6}">
      <dgm:prSet/>
      <dgm:spPr/>
      <dgm:t>
        <a:bodyPr/>
        <a:lstStyle/>
        <a:p>
          <a:endParaRPr lang="en-US"/>
        </a:p>
      </dgm:t>
    </dgm:pt>
    <dgm:pt modelId="{E0A7A30A-9A94-4B10-8588-FE60551E2372}">
      <dgm:prSet phldr="0"/>
      <dgm:spPr/>
      <dgm:t>
        <a:bodyPr/>
        <a:lstStyle/>
        <a:p>
          <a:pPr rtl="0"/>
          <a:r>
            <a:rPr lang="en-US" dirty="0">
              <a:latin typeface="Posterama"/>
            </a:rPr>
            <a:t>Proximity</a:t>
          </a:r>
        </a:p>
      </dgm:t>
    </dgm:pt>
    <dgm:pt modelId="{5202E9AF-3E0C-4A0F-8C1D-D4E28540765A}" type="parTrans" cxnId="{EBDB62D8-A72A-4B2D-8855-2489718B4DF8}">
      <dgm:prSet/>
      <dgm:spPr/>
    </dgm:pt>
    <dgm:pt modelId="{83FF6671-98D8-440E-A14B-C555BC35BEA7}" type="sibTrans" cxnId="{EBDB62D8-A72A-4B2D-8855-2489718B4DF8}">
      <dgm:prSet/>
      <dgm:spPr/>
      <dgm:t>
        <a:bodyPr/>
        <a:lstStyle/>
        <a:p>
          <a:endParaRPr lang="en-US"/>
        </a:p>
      </dgm:t>
    </dgm:pt>
    <dgm:pt modelId="{2325FA16-FD0B-4716-910B-294CDFEC4FD4}">
      <dgm:prSet phldr="0"/>
      <dgm:spPr/>
      <dgm:t>
        <a:bodyPr/>
        <a:lstStyle/>
        <a:p>
          <a:pPr rtl="0"/>
          <a:r>
            <a:rPr lang="en-US" dirty="0">
              <a:latin typeface="Posterama"/>
            </a:rPr>
            <a:t>Active Attack</a:t>
          </a:r>
        </a:p>
      </dgm:t>
    </dgm:pt>
    <dgm:pt modelId="{87A7B4DB-BAD1-486C-97F4-EB26ED2BC611}" type="parTrans" cxnId="{9AE3F656-94D4-4B65-8DFD-0EA537A09CAC}">
      <dgm:prSet/>
      <dgm:spPr/>
    </dgm:pt>
    <dgm:pt modelId="{DA752501-7C17-46B5-86CB-812D0C6C9DC8}" type="sibTrans" cxnId="{9AE3F656-94D4-4B65-8DFD-0EA537A09CAC}">
      <dgm:prSet/>
      <dgm:spPr/>
      <dgm:t>
        <a:bodyPr/>
        <a:lstStyle/>
        <a:p>
          <a:endParaRPr lang="en-US"/>
        </a:p>
      </dgm:t>
    </dgm:pt>
    <dgm:pt modelId="{11F4F542-9F69-4239-9758-8F4A135E4A5E}">
      <dgm:prSet phldr="0"/>
      <dgm:spPr/>
      <dgm:t>
        <a:bodyPr/>
        <a:lstStyle/>
        <a:p>
          <a:pPr rtl="0"/>
          <a:r>
            <a:rPr lang="en-US" dirty="0">
              <a:latin typeface="Posterama"/>
            </a:rPr>
            <a:t>Passive Attack</a:t>
          </a:r>
        </a:p>
      </dgm:t>
    </dgm:pt>
    <dgm:pt modelId="{6B589219-D8F8-42D4-9B85-142D093E3BE5}" type="parTrans" cxnId="{B1442961-525C-480C-8D14-9D7E4FBF6902}">
      <dgm:prSet/>
      <dgm:spPr/>
    </dgm:pt>
    <dgm:pt modelId="{189D9AFF-1935-48FA-BFF5-9B418EC74463}" type="sibTrans" cxnId="{B1442961-525C-480C-8D14-9D7E4FBF6902}">
      <dgm:prSet/>
      <dgm:spPr/>
      <dgm:t>
        <a:bodyPr/>
        <a:lstStyle/>
        <a:p>
          <a:endParaRPr lang="en-US"/>
        </a:p>
      </dgm:t>
    </dgm:pt>
    <dgm:pt modelId="{702FFA2E-1D32-40C3-960D-2612E8F1BCA4}">
      <dgm:prSet phldr="0"/>
      <dgm:spPr/>
      <dgm:t>
        <a:bodyPr/>
        <a:lstStyle/>
        <a:p>
          <a:r>
            <a:rPr lang="en-US" dirty="0">
              <a:latin typeface="Posterama"/>
            </a:rPr>
            <a:t>Timing</a:t>
          </a:r>
        </a:p>
      </dgm:t>
    </dgm:pt>
    <dgm:pt modelId="{1B15E86C-29D9-422A-A812-8D3DDDF741B1}" type="parTrans" cxnId="{7A335187-DCDC-40C9-A03A-A2A4477E8EFD}">
      <dgm:prSet/>
      <dgm:spPr/>
    </dgm:pt>
    <dgm:pt modelId="{E996AEDB-673E-43BF-B9E9-265E955F9BCE}" type="sibTrans" cxnId="{7A335187-DCDC-40C9-A03A-A2A4477E8EFD}">
      <dgm:prSet/>
      <dgm:spPr/>
      <dgm:t>
        <a:bodyPr/>
        <a:lstStyle/>
        <a:p>
          <a:endParaRPr lang="en-US"/>
        </a:p>
      </dgm:t>
    </dgm:pt>
    <dgm:pt modelId="{9FDF012A-D2BE-4D8F-A008-1915A6F66CFB}">
      <dgm:prSet phldr="0"/>
      <dgm:spPr/>
      <dgm:t>
        <a:bodyPr/>
        <a:lstStyle/>
        <a:p>
          <a:r>
            <a:rPr lang="en-US" dirty="0">
              <a:latin typeface="Posterama"/>
            </a:rPr>
            <a:t>Sound</a:t>
          </a:r>
        </a:p>
      </dgm:t>
    </dgm:pt>
    <dgm:pt modelId="{288E6A29-1FFE-46A7-81F0-7F8E88B51191}" type="parTrans" cxnId="{69F7666F-5B52-4151-BB7F-9BD23D4319A4}">
      <dgm:prSet/>
      <dgm:spPr/>
    </dgm:pt>
    <dgm:pt modelId="{EB7CBAF6-883E-4C56-A1D4-67D35EC2792C}" type="sibTrans" cxnId="{69F7666F-5B52-4151-BB7F-9BD23D4319A4}">
      <dgm:prSet/>
      <dgm:spPr/>
      <dgm:t>
        <a:bodyPr/>
        <a:lstStyle/>
        <a:p>
          <a:endParaRPr lang="en-US"/>
        </a:p>
      </dgm:t>
    </dgm:pt>
    <dgm:pt modelId="{448B6224-FD27-43E7-BB20-DF2CC2A388E9}">
      <dgm:prSet phldr="0"/>
      <dgm:spPr/>
      <dgm:t>
        <a:bodyPr/>
        <a:lstStyle/>
        <a:p>
          <a:r>
            <a:rPr lang="en-US" dirty="0">
              <a:latin typeface="Posterama"/>
            </a:rPr>
            <a:t>Temperature</a:t>
          </a:r>
        </a:p>
      </dgm:t>
    </dgm:pt>
    <dgm:pt modelId="{55D815CC-C5FD-4CC5-AE7E-FCA9FF47B6D2}" type="parTrans" cxnId="{67FE5846-C86E-428C-A8EA-3297466F83DE}">
      <dgm:prSet/>
      <dgm:spPr/>
    </dgm:pt>
    <dgm:pt modelId="{C5B1E17A-7FEC-4B64-A6DB-21EEE2C6E784}" type="sibTrans" cxnId="{67FE5846-C86E-428C-A8EA-3297466F83DE}">
      <dgm:prSet/>
      <dgm:spPr/>
      <dgm:t>
        <a:bodyPr/>
        <a:lstStyle/>
        <a:p>
          <a:endParaRPr lang="en-US"/>
        </a:p>
      </dgm:t>
    </dgm:pt>
    <dgm:pt modelId="{54403AAB-2BED-45E8-A6F7-D3403688C891}">
      <dgm:prSet phldr="0"/>
      <dgm:spPr/>
      <dgm:t>
        <a:bodyPr/>
        <a:lstStyle/>
        <a:p>
          <a:r>
            <a:rPr lang="en-US" dirty="0">
              <a:latin typeface="Posterama"/>
            </a:rPr>
            <a:t>Power</a:t>
          </a:r>
        </a:p>
      </dgm:t>
    </dgm:pt>
    <dgm:pt modelId="{DBB68360-DFA6-437E-971C-2542DF623CC1}" type="parTrans" cxnId="{F99F1891-8F51-458E-B4E7-B0E02BB5DF6C}">
      <dgm:prSet/>
      <dgm:spPr/>
    </dgm:pt>
    <dgm:pt modelId="{65E41CC6-B5D1-43F6-905A-4CAB152ABFF8}" type="sibTrans" cxnId="{F99F1891-8F51-458E-B4E7-B0E02BB5DF6C}">
      <dgm:prSet/>
      <dgm:spPr/>
      <dgm:t>
        <a:bodyPr/>
        <a:lstStyle/>
        <a:p>
          <a:endParaRPr lang="en-US"/>
        </a:p>
      </dgm:t>
    </dgm:pt>
    <dgm:pt modelId="{52EF40E8-5B36-4AE8-B473-7C4846490E41}" type="pres">
      <dgm:prSet presAssocID="{7F63F7A9-AA41-48E0-AF77-5E9D87D2BB28}" presName="hierChild1" presStyleCnt="0">
        <dgm:presLayoutVars>
          <dgm:orgChart val="1"/>
          <dgm:chPref val="1"/>
          <dgm:dir/>
          <dgm:animOne val="branch"/>
          <dgm:animLvl val="lvl"/>
          <dgm:resizeHandles/>
        </dgm:presLayoutVars>
      </dgm:prSet>
      <dgm:spPr/>
    </dgm:pt>
    <dgm:pt modelId="{DD686AD6-8A64-4828-B758-D074EB14BB31}" type="pres">
      <dgm:prSet presAssocID="{A1C36048-A135-4CD8-BD77-7AFF0F1763C2}" presName="hierRoot1" presStyleCnt="0">
        <dgm:presLayoutVars>
          <dgm:hierBranch val="init"/>
        </dgm:presLayoutVars>
      </dgm:prSet>
      <dgm:spPr/>
    </dgm:pt>
    <dgm:pt modelId="{1A31F989-198E-44C4-B81F-6475C95058CB}" type="pres">
      <dgm:prSet presAssocID="{A1C36048-A135-4CD8-BD77-7AFF0F1763C2}" presName="rootComposite1" presStyleCnt="0"/>
      <dgm:spPr/>
    </dgm:pt>
    <dgm:pt modelId="{10C3569E-5D44-4CD8-B26E-BA8E8B19B312}" type="pres">
      <dgm:prSet presAssocID="{A1C36048-A135-4CD8-BD77-7AFF0F1763C2}" presName="rootText1" presStyleLbl="node0" presStyleIdx="0" presStyleCnt="1">
        <dgm:presLayoutVars>
          <dgm:chPref val="3"/>
        </dgm:presLayoutVars>
      </dgm:prSet>
      <dgm:spPr/>
    </dgm:pt>
    <dgm:pt modelId="{465AC075-B603-4147-A203-8F95C312C385}" type="pres">
      <dgm:prSet presAssocID="{A1C36048-A135-4CD8-BD77-7AFF0F1763C2}" presName="rootConnector1" presStyleLbl="node1" presStyleIdx="0" presStyleCnt="0"/>
      <dgm:spPr/>
    </dgm:pt>
    <dgm:pt modelId="{FF4B645D-2CF2-4054-A22E-625D01FAE067}" type="pres">
      <dgm:prSet presAssocID="{A1C36048-A135-4CD8-BD77-7AFF0F1763C2}" presName="hierChild2" presStyleCnt="0"/>
      <dgm:spPr/>
    </dgm:pt>
    <dgm:pt modelId="{0F3228A8-F9E4-4270-A1D5-5B75750E2690}" type="pres">
      <dgm:prSet presAssocID="{958CE71C-145A-4087-8F50-6DCA352E23B9}" presName="Name37" presStyleLbl="parChTrans1D2" presStyleIdx="0" presStyleCnt="4"/>
      <dgm:spPr/>
    </dgm:pt>
    <dgm:pt modelId="{FB4B183A-C685-4ADA-99F0-CAF487B33B3A}" type="pres">
      <dgm:prSet presAssocID="{71BBC5E3-BDB5-4E44-BF78-F94270E6585E}" presName="hierRoot2" presStyleCnt="0">
        <dgm:presLayoutVars>
          <dgm:hierBranch val="init"/>
        </dgm:presLayoutVars>
      </dgm:prSet>
      <dgm:spPr/>
    </dgm:pt>
    <dgm:pt modelId="{D2B95C19-5569-49FE-89BC-927A3B4C134B}" type="pres">
      <dgm:prSet presAssocID="{71BBC5E3-BDB5-4E44-BF78-F94270E6585E}" presName="rootComposite" presStyleCnt="0"/>
      <dgm:spPr/>
    </dgm:pt>
    <dgm:pt modelId="{8B06DB63-E944-4402-948D-E929768576D8}" type="pres">
      <dgm:prSet presAssocID="{71BBC5E3-BDB5-4E44-BF78-F94270E6585E}" presName="rootText" presStyleLbl="node2" presStyleIdx="0" presStyleCnt="4">
        <dgm:presLayoutVars>
          <dgm:chPref val="3"/>
        </dgm:presLayoutVars>
      </dgm:prSet>
      <dgm:spPr/>
    </dgm:pt>
    <dgm:pt modelId="{669C2046-E0F0-4C92-B366-0D90ED07E479}" type="pres">
      <dgm:prSet presAssocID="{71BBC5E3-BDB5-4E44-BF78-F94270E6585E}" presName="rootConnector" presStyleLbl="node2" presStyleIdx="0" presStyleCnt="4"/>
      <dgm:spPr/>
    </dgm:pt>
    <dgm:pt modelId="{AAE77749-D880-4A9B-9C27-9A5F978CB39C}" type="pres">
      <dgm:prSet presAssocID="{71BBC5E3-BDB5-4E44-BF78-F94270E6585E}" presName="hierChild4" presStyleCnt="0"/>
      <dgm:spPr/>
    </dgm:pt>
    <dgm:pt modelId="{B6CC570C-602F-4A3A-86D0-9B0128FDAE9C}" type="pres">
      <dgm:prSet presAssocID="{1B15E86C-29D9-422A-A812-8D3DDDF741B1}" presName="Name37" presStyleLbl="parChTrans1D3" presStyleIdx="0" presStyleCnt="11"/>
      <dgm:spPr/>
    </dgm:pt>
    <dgm:pt modelId="{3974F812-F08B-4D7D-A331-CF1A171B408E}" type="pres">
      <dgm:prSet presAssocID="{702FFA2E-1D32-40C3-960D-2612E8F1BCA4}" presName="hierRoot2" presStyleCnt="0">
        <dgm:presLayoutVars>
          <dgm:hierBranch val="init"/>
        </dgm:presLayoutVars>
      </dgm:prSet>
      <dgm:spPr/>
    </dgm:pt>
    <dgm:pt modelId="{175B3DFC-8AA3-4925-8A1D-A07BEECC1169}" type="pres">
      <dgm:prSet presAssocID="{702FFA2E-1D32-40C3-960D-2612E8F1BCA4}" presName="rootComposite" presStyleCnt="0"/>
      <dgm:spPr/>
    </dgm:pt>
    <dgm:pt modelId="{1DFC3EF5-1D45-47D6-8CE5-0041D0E7554D}" type="pres">
      <dgm:prSet presAssocID="{702FFA2E-1D32-40C3-960D-2612E8F1BCA4}" presName="rootText" presStyleLbl="node3" presStyleIdx="0" presStyleCnt="11">
        <dgm:presLayoutVars>
          <dgm:chPref val="3"/>
        </dgm:presLayoutVars>
      </dgm:prSet>
      <dgm:spPr/>
    </dgm:pt>
    <dgm:pt modelId="{176D8BA6-06F7-4EB1-B75D-37E8808F923B}" type="pres">
      <dgm:prSet presAssocID="{702FFA2E-1D32-40C3-960D-2612E8F1BCA4}" presName="rootConnector" presStyleLbl="node3" presStyleIdx="0" presStyleCnt="11"/>
      <dgm:spPr/>
    </dgm:pt>
    <dgm:pt modelId="{8F30B757-069D-40B3-8910-F92FD6E523AD}" type="pres">
      <dgm:prSet presAssocID="{702FFA2E-1D32-40C3-960D-2612E8F1BCA4}" presName="hierChild4" presStyleCnt="0"/>
      <dgm:spPr/>
    </dgm:pt>
    <dgm:pt modelId="{234355B5-3EDC-4241-9884-C4BE3F65B43C}" type="pres">
      <dgm:prSet presAssocID="{702FFA2E-1D32-40C3-960D-2612E8F1BCA4}" presName="hierChild5" presStyleCnt="0"/>
      <dgm:spPr/>
    </dgm:pt>
    <dgm:pt modelId="{F7410955-1F00-4EFE-9A1C-08F73551CB77}" type="pres">
      <dgm:prSet presAssocID="{288E6A29-1FFE-46A7-81F0-7F8E88B51191}" presName="Name37" presStyleLbl="parChTrans1D3" presStyleIdx="1" presStyleCnt="11"/>
      <dgm:spPr/>
    </dgm:pt>
    <dgm:pt modelId="{33BC9957-6AB2-41BF-9289-6F76ADDB47E9}" type="pres">
      <dgm:prSet presAssocID="{9FDF012A-D2BE-4D8F-A008-1915A6F66CFB}" presName="hierRoot2" presStyleCnt="0">
        <dgm:presLayoutVars>
          <dgm:hierBranch val="init"/>
        </dgm:presLayoutVars>
      </dgm:prSet>
      <dgm:spPr/>
    </dgm:pt>
    <dgm:pt modelId="{4CF0C514-1304-4637-BECC-924B933D6E6F}" type="pres">
      <dgm:prSet presAssocID="{9FDF012A-D2BE-4D8F-A008-1915A6F66CFB}" presName="rootComposite" presStyleCnt="0"/>
      <dgm:spPr/>
    </dgm:pt>
    <dgm:pt modelId="{125ED708-DFE0-48E0-8005-E78D51113E78}" type="pres">
      <dgm:prSet presAssocID="{9FDF012A-D2BE-4D8F-A008-1915A6F66CFB}" presName="rootText" presStyleLbl="node3" presStyleIdx="1" presStyleCnt="11">
        <dgm:presLayoutVars>
          <dgm:chPref val="3"/>
        </dgm:presLayoutVars>
      </dgm:prSet>
      <dgm:spPr/>
    </dgm:pt>
    <dgm:pt modelId="{BE37425F-59E7-416B-9F39-D4426B4DD9FC}" type="pres">
      <dgm:prSet presAssocID="{9FDF012A-D2BE-4D8F-A008-1915A6F66CFB}" presName="rootConnector" presStyleLbl="node3" presStyleIdx="1" presStyleCnt="11"/>
      <dgm:spPr/>
    </dgm:pt>
    <dgm:pt modelId="{78AB6852-22CA-4E21-94E4-221D46928804}" type="pres">
      <dgm:prSet presAssocID="{9FDF012A-D2BE-4D8F-A008-1915A6F66CFB}" presName="hierChild4" presStyleCnt="0"/>
      <dgm:spPr/>
    </dgm:pt>
    <dgm:pt modelId="{3543D2AF-38DF-41C8-83C4-F2D6E98BEE9B}" type="pres">
      <dgm:prSet presAssocID="{9FDF012A-D2BE-4D8F-A008-1915A6F66CFB}" presName="hierChild5" presStyleCnt="0"/>
      <dgm:spPr/>
    </dgm:pt>
    <dgm:pt modelId="{A2A30DA5-2EE9-45C5-B3BF-3AC8BD7B2BA5}" type="pres">
      <dgm:prSet presAssocID="{55D815CC-C5FD-4CC5-AE7E-FCA9FF47B6D2}" presName="Name37" presStyleLbl="parChTrans1D3" presStyleIdx="2" presStyleCnt="11"/>
      <dgm:spPr/>
    </dgm:pt>
    <dgm:pt modelId="{57C97FCF-3CB8-4844-AE82-CAF10F9F29DC}" type="pres">
      <dgm:prSet presAssocID="{448B6224-FD27-43E7-BB20-DF2CC2A388E9}" presName="hierRoot2" presStyleCnt="0">
        <dgm:presLayoutVars>
          <dgm:hierBranch val="init"/>
        </dgm:presLayoutVars>
      </dgm:prSet>
      <dgm:spPr/>
    </dgm:pt>
    <dgm:pt modelId="{369DD50B-CD85-44F5-BDA9-372FC83DD829}" type="pres">
      <dgm:prSet presAssocID="{448B6224-FD27-43E7-BB20-DF2CC2A388E9}" presName="rootComposite" presStyleCnt="0"/>
      <dgm:spPr/>
    </dgm:pt>
    <dgm:pt modelId="{8C3D8830-4ACA-4287-A996-FB7DCAA72F65}" type="pres">
      <dgm:prSet presAssocID="{448B6224-FD27-43E7-BB20-DF2CC2A388E9}" presName="rootText" presStyleLbl="node3" presStyleIdx="2" presStyleCnt="11">
        <dgm:presLayoutVars>
          <dgm:chPref val="3"/>
        </dgm:presLayoutVars>
      </dgm:prSet>
      <dgm:spPr/>
    </dgm:pt>
    <dgm:pt modelId="{EC74FFC8-E4EC-41A3-8674-284889116FBD}" type="pres">
      <dgm:prSet presAssocID="{448B6224-FD27-43E7-BB20-DF2CC2A388E9}" presName="rootConnector" presStyleLbl="node3" presStyleIdx="2" presStyleCnt="11"/>
      <dgm:spPr/>
    </dgm:pt>
    <dgm:pt modelId="{E980EC0A-C2EC-46E3-9922-A67BEA44690B}" type="pres">
      <dgm:prSet presAssocID="{448B6224-FD27-43E7-BB20-DF2CC2A388E9}" presName="hierChild4" presStyleCnt="0"/>
      <dgm:spPr/>
    </dgm:pt>
    <dgm:pt modelId="{B3D3EDCC-CE4B-43C7-8BD7-293B187F5270}" type="pres">
      <dgm:prSet presAssocID="{448B6224-FD27-43E7-BB20-DF2CC2A388E9}" presName="hierChild5" presStyleCnt="0"/>
      <dgm:spPr/>
    </dgm:pt>
    <dgm:pt modelId="{EEA4F529-F1DD-47B9-B3D5-568117FAD99E}" type="pres">
      <dgm:prSet presAssocID="{DBB68360-DFA6-437E-971C-2542DF623CC1}" presName="Name37" presStyleLbl="parChTrans1D3" presStyleIdx="3" presStyleCnt="11"/>
      <dgm:spPr/>
    </dgm:pt>
    <dgm:pt modelId="{8157668A-7C26-4766-A848-F7AACCB6A7A7}" type="pres">
      <dgm:prSet presAssocID="{54403AAB-2BED-45E8-A6F7-D3403688C891}" presName="hierRoot2" presStyleCnt="0">
        <dgm:presLayoutVars>
          <dgm:hierBranch val="init"/>
        </dgm:presLayoutVars>
      </dgm:prSet>
      <dgm:spPr/>
    </dgm:pt>
    <dgm:pt modelId="{CB00C1D8-6FCF-4985-8638-FCF0949CC26B}" type="pres">
      <dgm:prSet presAssocID="{54403AAB-2BED-45E8-A6F7-D3403688C891}" presName="rootComposite" presStyleCnt="0"/>
      <dgm:spPr/>
    </dgm:pt>
    <dgm:pt modelId="{B8141225-47A2-4E3D-A6CF-C1B6D8ABCF01}" type="pres">
      <dgm:prSet presAssocID="{54403AAB-2BED-45E8-A6F7-D3403688C891}" presName="rootText" presStyleLbl="node3" presStyleIdx="3" presStyleCnt="11">
        <dgm:presLayoutVars>
          <dgm:chPref val="3"/>
        </dgm:presLayoutVars>
      </dgm:prSet>
      <dgm:spPr/>
    </dgm:pt>
    <dgm:pt modelId="{65083993-18CD-4FD5-99E4-FD8F44884151}" type="pres">
      <dgm:prSet presAssocID="{54403AAB-2BED-45E8-A6F7-D3403688C891}" presName="rootConnector" presStyleLbl="node3" presStyleIdx="3" presStyleCnt="11"/>
      <dgm:spPr/>
    </dgm:pt>
    <dgm:pt modelId="{56CBD29A-B6E5-4D83-A4C8-C201BF0A46BE}" type="pres">
      <dgm:prSet presAssocID="{54403AAB-2BED-45E8-A6F7-D3403688C891}" presName="hierChild4" presStyleCnt="0"/>
      <dgm:spPr/>
    </dgm:pt>
    <dgm:pt modelId="{35BAD8A5-3970-4F36-90F0-65B9E96E3DDB}" type="pres">
      <dgm:prSet presAssocID="{54403AAB-2BED-45E8-A6F7-D3403688C891}" presName="hierChild5" presStyleCnt="0"/>
      <dgm:spPr/>
    </dgm:pt>
    <dgm:pt modelId="{807FB296-1A54-4E8C-A3B0-01C193E79F54}" type="pres">
      <dgm:prSet presAssocID="{71BBC5E3-BDB5-4E44-BF78-F94270E6585E}" presName="hierChild5" presStyleCnt="0"/>
      <dgm:spPr/>
    </dgm:pt>
    <dgm:pt modelId="{25B23115-67CC-4436-B13E-8ABFE06E2937}" type="pres">
      <dgm:prSet presAssocID="{B4A0FD89-2485-4D83-A7BD-1D321B9DB09E}" presName="Name37" presStyleLbl="parChTrans1D2" presStyleIdx="1" presStyleCnt="4"/>
      <dgm:spPr/>
    </dgm:pt>
    <dgm:pt modelId="{19D5CEC6-CA45-49FF-AE53-E37991F98849}" type="pres">
      <dgm:prSet presAssocID="{7136EAF7-D1DE-482C-A7F9-AAEAE083A5F2}" presName="hierRoot2" presStyleCnt="0">
        <dgm:presLayoutVars>
          <dgm:hierBranch val="init"/>
        </dgm:presLayoutVars>
      </dgm:prSet>
      <dgm:spPr/>
    </dgm:pt>
    <dgm:pt modelId="{A5D361B6-3A9C-4564-91D1-8597092F5AF5}" type="pres">
      <dgm:prSet presAssocID="{7136EAF7-D1DE-482C-A7F9-AAEAE083A5F2}" presName="rootComposite" presStyleCnt="0"/>
      <dgm:spPr/>
    </dgm:pt>
    <dgm:pt modelId="{322E95AB-16D4-4F65-BE58-FA0959215C33}" type="pres">
      <dgm:prSet presAssocID="{7136EAF7-D1DE-482C-A7F9-AAEAE083A5F2}" presName="rootText" presStyleLbl="node2" presStyleIdx="1" presStyleCnt="4">
        <dgm:presLayoutVars>
          <dgm:chPref val="3"/>
        </dgm:presLayoutVars>
      </dgm:prSet>
      <dgm:spPr/>
    </dgm:pt>
    <dgm:pt modelId="{747A28FB-03A6-4A18-8B86-646DD0E30406}" type="pres">
      <dgm:prSet presAssocID="{7136EAF7-D1DE-482C-A7F9-AAEAE083A5F2}" presName="rootConnector" presStyleLbl="node2" presStyleIdx="1" presStyleCnt="4"/>
      <dgm:spPr/>
    </dgm:pt>
    <dgm:pt modelId="{D288A671-20FE-4F55-B21B-1FC546CE1E4A}" type="pres">
      <dgm:prSet presAssocID="{7136EAF7-D1DE-482C-A7F9-AAEAE083A5F2}" presName="hierChild4" presStyleCnt="0"/>
      <dgm:spPr/>
    </dgm:pt>
    <dgm:pt modelId="{FB36457C-325F-4D5E-A3F4-2088FB210398}" type="pres">
      <dgm:prSet presAssocID="{87A7B4DB-BAD1-486C-97F4-EB26ED2BC611}" presName="Name37" presStyleLbl="parChTrans1D3" presStyleIdx="4" presStyleCnt="11"/>
      <dgm:spPr/>
    </dgm:pt>
    <dgm:pt modelId="{D295552F-9DC6-4D4B-BC9B-8B1288F65FE8}" type="pres">
      <dgm:prSet presAssocID="{2325FA16-FD0B-4716-910B-294CDFEC4FD4}" presName="hierRoot2" presStyleCnt="0">
        <dgm:presLayoutVars>
          <dgm:hierBranch val="init"/>
        </dgm:presLayoutVars>
      </dgm:prSet>
      <dgm:spPr/>
    </dgm:pt>
    <dgm:pt modelId="{AC482CC5-9964-4C80-AC75-DB409ADB9DF3}" type="pres">
      <dgm:prSet presAssocID="{2325FA16-FD0B-4716-910B-294CDFEC4FD4}" presName="rootComposite" presStyleCnt="0"/>
      <dgm:spPr/>
    </dgm:pt>
    <dgm:pt modelId="{AA2388E4-7877-416F-A262-11D619BDD601}" type="pres">
      <dgm:prSet presAssocID="{2325FA16-FD0B-4716-910B-294CDFEC4FD4}" presName="rootText" presStyleLbl="node3" presStyleIdx="4" presStyleCnt="11">
        <dgm:presLayoutVars>
          <dgm:chPref val="3"/>
        </dgm:presLayoutVars>
      </dgm:prSet>
      <dgm:spPr/>
    </dgm:pt>
    <dgm:pt modelId="{4E6068A5-D657-4CA1-AD18-0CDBE5EFD005}" type="pres">
      <dgm:prSet presAssocID="{2325FA16-FD0B-4716-910B-294CDFEC4FD4}" presName="rootConnector" presStyleLbl="node3" presStyleIdx="4" presStyleCnt="11"/>
      <dgm:spPr/>
    </dgm:pt>
    <dgm:pt modelId="{7CA65D05-BD3D-4CF1-94CD-F18095053766}" type="pres">
      <dgm:prSet presAssocID="{2325FA16-FD0B-4716-910B-294CDFEC4FD4}" presName="hierChild4" presStyleCnt="0"/>
      <dgm:spPr/>
    </dgm:pt>
    <dgm:pt modelId="{BA2F4BAD-3BB1-4A1F-B11F-BA74A82EB29D}" type="pres">
      <dgm:prSet presAssocID="{2325FA16-FD0B-4716-910B-294CDFEC4FD4}" presName="hierChild5" presStyleCnt="0"/>
      <dgm:spPr/>
    </dgm:pt>
    <dgm:pt modelId="{C40976A0-94D7-43B8-9FF6-AEC5DF705B8F}" type="pres">
      <dgm:prSet presAssocID="{6B589219-D8F8-42D4-9B85-142D093E3BE5}" presName="Name37" presStyleLbl="parChTrans1D3" presStyleIdx="5" presStyleCnt="11"/>
      <dgm:spPr/>
    </dgm:pt>
    <dgm:pt modelId="{0974A1B5-0E9E-4D0D-980D-F83EA37D7675}" type="pres">
      <dgm:prSet presAssocID="{11F4F542-9F69-4239-9758-8F4A135E4A5E}" presName="hierRoot2" presStyleCnt="0">
        <dgm:presLayoutVars>
          <dgm:hierBranch val="init"/>
        </dgm:presLayoutVars>
      </dgm:prSet>
      <dgm:spPr/>
    </dgm:pt>
    <dgm:pt modelId="{FB38DB28-CDE4-4D85-8935-16FA2CBB9679}" type="pres">
      <dgm:prSet presAssocID="{11F4F542-9F69-4239-9758-8F4A135E4A5E}" presName="rootComposite" presStyleCnt="0"/>
      <dgm:spPr/>
    </dgm:pt>
    <dgm:pt modelId="{BB2D97E6-93F0-47FA-9D85-0DF6BBF8D024}" type="pres">
      <dgm:prSet presAssocID="{11F4F542-9F69-4239-9758-8F4A135E4A5E}" presName="rootText" presStyleLbl="node3" presStyleIdx="5" presStyleCnt="11">
        <dgm:presLayoutVars>
          <dgm:chPref val="3"/>
        </dgm:presLayoutVars>
      </dgm:prSet>
      <dgm:spPr/>
    </dgm:pt>
    <dgm:pt modelId="{6573EDCC-6EA0-49AD-8307-067BA322599D}" type="pres">
      <dgm:prSet presAssocID="{11F4F542-9F69-4239-9758-8F4A135E4A5E}" presName="rootConnector" presStyleLbl="node3" presStyleIdx="5" presStyleCnt="11"/>
      <dgm:spPr/>
    </dgm:pt>
    <dgm:pt modelId="{F50ACFF3-D1FE-4838-ACC6-68EDE803BE97}" type="pres">
      <dgm:prSet presAssocID="{11F4F542-9F69-4239-9758-8F4A135E4A5E}" presName="hierChild4" presStyleCnt="0"/>
      <dgm:spPr/>
    </dgm:pt>
    <dgm:pt modelId="{91B9EE7A-1775-4506-9C31-C65A2E2AC395}" type="pres">
      <dgm:prSet presAssocID="{11F4F542-9F69-4239-9758-8F4A135E4A5E}" presName="hierChild5" presStyleCnt="0"/>
      <dgm:spPr/>
    </dgm:pt>
    <dgm:pt modelId="{482DF7F7-4CF4-400C-A6A4-25F3EF360DF6}" type="pres">
      <dgm:prSet presAssocID="{7136EAF7-D1DE-482C-A7F9-AAEAE083A5F2}" presName="hierChild5" presStyleCnt="0"/>
      <dgm:spPr/>
    </dgm:pt>
    <dgm:pt modelId="{37B3AA9D-B14D-41FE-912D-43AA5C742677}" type="pres">
      <dgm:prSet presAssocID="{DD512CEE-78C1-4C1A-A040-51FE4930DCFB}" presName="Name37" presStyleLbl="parChTrans1D2" presStyleIdx="2" presStyleCnt="4"/>
      <dgm:spPr/>
    </dgm:pt>
    <dgm:pt modelId="{183148C7-E0A0-42E3-AD21-8A596D971CDB}" type="pres">
      <dgm:prSet presAssocID="{4164A37B-9D50-4FA9-BADF-ED246FF54593}" presName="hierRoot2" presStyleCnt="0">
        <dgm:presLayoutVars>
          <dgm:hierBranch val="init"/>
        </dgm:presLayoutVars>
      </dgm:prSet>
      <dgm:spPr/>
    </dgm:pt>
    <dgm:pt modelId="{60B3DF7A-DE99-46F1-921C-B8747EEB50E2}" type="pres">
      <dgm:prSet presAssocID="{4164A37B-9D50-4FA9-BADF-ED246FF54593}" presName="rootComposite" presStyleCnt="0"/>
      <dgm:spPr/>
    </dgm:pt>
    <dgm:pt modelId="{D099CB92-D1FE-40B1-8AB1-90B192E640B4}" type="pres">
      <dgm:prSet presAssocID="{4164A37B-9D50-4FA9-BADF-ED246FF54593}" presName="rootText" presStyleLbl="node2" presStyleIdx="2" presStyleCnt="4">
        <dgm:presLayoutVars>
          <dgm:chPref val="3"/>
        </dgm:presLayoutVars>
      </dgm:prSet>
      <dgm:spPr/>
    </dgm:pt>
    <dgm:pt modelId="{01A81A2B-2B6A-4EDA-89BB-25FAD1026D53}" type="pres">
      <dgm:prSet presAssocID="{4164A37B-9D50-4FA9-BADF-ED246FF54593}" presName="rootConnector" presStyleLbl="node2" presStyleIdx="2" presStyleCnt="4"/>
      <dgm:spPr/>
    </dgm:pt>
    <dgm:pt modelId="{ECE0A6DE-5ADA-48F4-96AB-8B8A7282C215}" type="pres">
      <dgm:prSet presAssocID="{4164A37B-9D50-4FA9-BADF-ED246FF54593}" presName="hierChild4" presStyleCnt="0"/>
      <dgm:spPr/>
    </dgm:pt>
    <dgm:pt modelId="{4FB4B663-DED5-4D68-99CC-BD12669F20DB}" type="pres">
      <dgm:prSet presAssocID="{66D6366D-3215-4707-83A4-B05C82F79485}" presName="Name37" presStyleLbl="parChTrans1D3" presStyleIdx="6" presStyleCnt="11"/>
      <dgm:spPr/>
    </dgm:pt>
    <dgm:pt modelId="{DAE3362C-6DA3-4C3C-9DA2-665A1E32B19F}" type="pres">
      <dgm:prSet presAssocID="{58980A8C-28F8-47F5-81F9-1D9DE2E731F8}" presName="hierRoot2" presStyleCnt="0">
        <dgm:presLayoutVars>
          <dgm:hierBranch val="init"/>
        </dgm:presLayoutVars>
      </dgm:prSet>
      <dgm:spPr/>
    </dgm:pt>
    <dgm:pt modelId="{B73C9A5E-92B1-4B60-85A4-A7EFA8F7C6B4}" type="pres">
      <dgm:prSet presAssocID="{58980A8C-28F8-47F5-81F9-1D9DE2E731F8}" presName="rootComposite" presStyleCnt="0"/>
      <dgm:spPr/>
    </dgm:pt>
    <dgm:pt modelId="{CED0AC24-240A-47E9-8F19-C1F5558C5893}" type="pres">
      <dgm:prSet presAssocID="{58980A8C-28F8-47F5-81F9-1D9DE2E731F8}" presName="rootText" presStyleLbl="node3" presStyleIdx="6" presStyleCnt="11">
        <dgm:presLayoutVars>
          <dgm:chPref val="3"/>
        </dgm:presLayoutVars>
      </dgm:prSet>
      <dgm:spPr/>
    </dgm:pt>
    <dgm:pt modelId="{A5D6447B-0037-41C0-93FC-FD23810F8B6F}" type="pres">
      <dgm:prSet presAssocID="{58980A8C-28F8-47F5-81F9-1D9DE2E731F8}" presName="rootConnector" presStyleLbl="node3" presStyleIdx="6" presStyleCnt="11"/>
      <dgm:spPr/>
    </dgm:pt>
    <dgm:pt modelId="{AD6F947E-3707-41B0-81F5-DB7FC88FAB03}" type="pres">
      <dgm:prSet presAssocID="{58980A8C-28F8-47F5-81F9-1D9DE2E731F8}" presName="hierChild4" presStyleCnt="0"/>
      <dgm:spPr/>
    </dgm:pt>
    <dgm:pt modelId="{3AE09F5D-10BF-4D5C-81E9-F62F8089F46B}" type="pres">
      <dgm:prSet presAssocID="{58980A8C-28F8-47F5-81F9-1D9DE2E731F8}" presName="hierChild5" presStyleCnt="0"/>
      <dgm:spPr/>
    </dgm:pt>
    <dgm:pt modelId="{CB7E7421-E3D7-4017-8CCA-BC9F067FD6E5}" type="pres">
      <dgm:prSet presAssocID="{01DCD9EA-BC30-421F-8D74-67BEE4C88CBC}" presName="Name37" presStyleLbl="parChTrans1D3" presStyleIdx="7" presStyleCnt="11"/>
      <dgm:spPr/>
    </dgm:pt>
    <dgm:pt modelId="{87BA7467-E460-4C46-82B0-A020021B8C2E}" type="pres">
      <dgm:prSet presAssocID="{F1601CB1-550E-454A-983F-6FBF423218B8}" presName="hierRoot2" presStyleCnt="0">
        <dgm:presLayoutVars>
          <dgm:hierBranch val="init"/>
        </dgm:presLayoutVars>
      </dgm:prSet>
      <dgm:spPr/>
    </dgm:pt>
    <dgm:pt modelId="{5C0EAB11-FD71-4A8B-92C2-C81A7C3411C8}" type="pres">
      <dgm:prSet presAssocID="{F1601CB1-550E-454A-983F-6FBF423218B8}" presName="rootComposite" presStyleCnt="0"/>
      <dgm:spPr/>
    </dgm:pt>
    <dgm:pt modelId="{00CD94EC-1966-4FD7-B664-7DA9665FD325}" type="pres">
      <dgm:prSet presAssocID="{F1601CB1-550E-454A-983F-6FBF423218B8}" presName="rootText" presStyleLbl="node3" presStyleIdx="7" presStyleCnt="11">
        <dgm:presLayoutVars>
          <dgm:chPref val="3"/>
        </dgm:presLayoutVars>
      </dgm:prSet>
      <dgm:spPr/>
    </dgm:pt>
    <dgm:pt modelId="{31DFFB23-39EC-44DB-8CBB-9ED1EE6D5512}" type="pres">
      <dgm:prSet presAssocID="{F1601CB1-550E-454A-983F-6FBF423218B8}" presName="rootConnector" presStyleLbl="node3" presStyleIdx="7" presStyleCnt="11"/>
      <dgm:spPr/>
    </dgm:pt>
    <dgm:pt modelId="{EBA111A3-5B46-47AB-97E5-976B39C62EEB}" type="pres">
      <dgm:prSet presAssocID="{F1601CB1-550E-454A-983F-6FBF423218B8}" presName="hierChild4" presStyleCnt="0"/>
      <dgm:spPr/>
    </dgm:pt>
    <dgm:pt modelId="{9CD6E36F-1E50-4AE8-A58C-E6B4FDBB72B4}" type="pres">
      <dgm:prSet presAssocID="{F1601CB1-550E-454A-983F-6FBF423218B8}" presName="hierChild5" presStyleCnt="0"/>
      <dgm:spPr/>
    </dgm:pt>
    <dgm:pt modelId="{6501C7C8-4DE4-40FB-A9C5-912393B34C7F}" type="pres">
      <dgm:prSet presAssocID="{5202E9AF-3E0C-4A0F-8C1D-D4E28540765A}" presName="Name37" presStyleLbl="parChTrans1D3" presStyleIdx="8" presStyleCnt="11"/>
      <dgm:spPr/>
    </dgm:pt>
    <dgm:pt modelId="{507D507F-3F7F-4206-A935-D1F30F658F89}" type="pres">
      <dgm:prSet presAssocID="{E0A7A30A-9A94-4B10-8588-FE60551E2372}" presName="hierRoot2" presStyleCnt="0">
        <dgm:presLayoutVars>
          <dgm:hierBranch val="init"/>
        </dgm:presLayoutVars>
      </dgm:prSet>
      <dgm:spPr/>
    </dgm:pt>
    <dgm:pt modelId="{05848378-A4A9-42D5-B5D4-2B931DA2F548}" type="pres">
      <dgm:prSet presAssocID="{E0A7A30A-9A94-4B10-8588-FE60551E2372}" presName="rootComposite" presStyleCnt="0"/>
      <dgm:spPr/>
    </dgm:pt>
    <dgm:pt modelId="{28716FCB-E4E3-40A7-9A8C-120EED155EF3}" type="pres">
      <dgm:prSet presAssocID="{E0A7A30A-9A94-4B10-8588-FE60551E2372}" presName="rootText" presStyleLbl="node3" presStyleIdx="8" presStyleCnt="11">
        <dgm:presLayoutVars>
          <dgm:chPref val="3"/>
        </dgm:presLayoutVars>
      </dgm:prSet>
      <dgm:spPr/>
    </dgm:pt>
    <dgm:pt modelId="{39A69BD2-5C16-4870-83AE-C3ED83A49067}" type="pres">
      <dgm:prSet presAssocID="{E0A7A30A-9A94-4B10-8588-FE60551E2372}" presName="rootConnector" presStyleLbl="node3" presStyleIdx="8" presStyleCnt="11"/>
      <dgm:spPr/>
    </dgm:pt>
    <dgm:pt modelId="{30AEE02E-A95F-4830-B80D-5DFDE0BAB7A7}" type="pres">
      <dgm:prSet presAssocID="{E0A7A30A-9A94-4B10-8588-FE60551E2372}" presName="hierChild4" presStyleCnt="0"/>
      <dgm:spPr/>
    </dgm:pt>
    <dgm:pt modelId="{68792A71-212E-479B-8D74-23BF40D91897}" type="pres">
      <dgm:prSet presAssocID="{E0A7A30A-9A94-4B10-8588-FE60551E2372}" presName="hierChild5" presStyleCnt="0"/>
      <dgm:spPr/>
    </dgm:pt>
    <dgm:pt modelId="{0E1A5F98-5965-453E-878E-E122DD922F4B}" type="pres">
      <dgm:prSet presAssocID="{4164A37B-9D50-4FA9-BADF-ED246FF54593}" presName="hierChild5" presStyleCnt="0"/>
      <dgm:spPr/>
    </dgm:pt>
    <dgm:pt modelId="{DB2C9C99-4E6C-4829-B9BC-184355AF852B}" type="pres">
      <dgm:prSet presAssocID="{1B3D824C-8529-4732-B26A-6C91EF0E6184}" presName="Name37" presStyleLbl="parChTrans1D2" presStyleIdx="3" presStyleCnt="4"/>
      <dgm:spPr/>
    </dgm:pt>
    <dgm:pt modelId="{9856F4B8-6ED7-45CD-BC59-A14DBE219901}" type="pres">
      <dgm:prSet presAssocID="{310DE44E-511C-4395-9A07-4A6BB52B1C5B}" presName="hierRoot2" presStyleCnt="0">
        <dgm:presLayoutVars>
          <dgm:hierBranch val="init"/>
        </dgm:presLayoutVars>
      </dgm:prSet>
      <dgm:spPr/>
    </dgm:pt>
    <dgm:pt modelId="{40309E62-AA24-4A33-89CF-EE2FE1D8F7A8}" type="pres">
      <dgm:prSet presAssocID="{310DE44E-511C-4395-9A07-4A6BB52B1C5B}" presName="rootComposite" presStyleCnt="0"/>
      <dgm:spPr/>
    </dgm:pt>
    <dgm:pt modelId="{F2A92E28-4CE0-4672-96A3-0BAC00E1BB41}" type="pres">
      <dgm:prSet presAssocID="{310DE44E-511C-4395-9A07-4A6BB52B1C5B}" presName="rootText" presStyleLbl="node2" presStyleIdx="3" presStyleCnt="4">
        <dgm:presLayoutVars>
          <dgm:chPref val="3"/>
        </dgm:presLayoutVars>
      </dgm:prSet>
      <dgm:spPr/>
    </dgm:pt>
    <dgm:pt modelId="{1ACC0639-DB76-4FE9-9EB1-97D5AABE58FF}" type="pres">
      <dgm:prSet presAssocID="{310DE44E-511C-4395-9A07-4A6BB52B1C5B}" presName="rootConnector" presStyleLbl="node2" presStyleIdx="3" presStyleCnt="4"/>
      <dgm:spPr/>
    </dgm:pt>
    <dgm:pt modelId="{C522A202-2F22-4DB1-ACA8-1092285683F5}" type="pres">
      <dgm:prSet presAssocID="{310DE44E-511C-4395-9A07-4A6BB52B1C5B}" presName="hierChild4" presStyleCnt="0"/>
      <dgm:spPr/>
    </dgm:pt>
    <dgm:pt modelId="{CA5A29A7-1A2A-44A7-A9BE-EC1123F286A6}" type="pres">
      <dgm:prSet presAssocID="{06780B18-F4BC-475C-B384-5A37AC08947C}" presName="Name37" presStyleLbl="parChTrans1D3" presStyleIdx="9" presStyleCnt="11"/>
      <dgm:spPr/>
    </dgm:pt>
    <dgm:pt modelId="{664D46FD-2E37-4D68-9CBA-DFF84DBBB939}" type="pres">
      <dgm:prSet presAssocID="{4CC85314-A522-4219-B081-DBC8C1D25FFF}" presName="hierRoot2" presStyleCnt="0">
        <dgm:presLayoutVars>
          <dgm:hierBranch val="init"/>
        </dgm:presLayoutVars>
      </dgm:prSet>
      <dgm:spPr/>
    </dgm:pt>
    <dgm:pt modelId="{0BBB0FE2-FED5-4979-93A5-10560F5C13D6}" type="pres">
      <dgm:prSet presAssocID="{4CC85314-A522-4219-B081-DBC8C1D25FFF}" presName="rootComposite" presStyleCnt="0"/>
      <dgm:spPr/>
    </dgm:pt>
    <dgm:pt modelId="{4D635F76-7C93-4E1A-BC7D-A5D67F147C22}" type="pres">
      <dgm:prSet presAssocID="{4CC85314-A522-4219-B081-DBC8C1D25FFF}" presName="rootText" presStyleLbl="node3" presStyleIdx="9" presStyleCnt="11">
        <dgm:presLayoutVars>
          <dgm:chPref val="3"/>
        </dgm:presLayoutVars>
      </dgm:prSet>
      <dgm:spPr/>
    </dgm:pt>
    <dgm:pt modelId="{FD8CA16D-8FB4-41C3-B84E-995A61597A35}" type="pres">
      <dgm:prSet presAssocID="{4CC85314-A522-4219-B081-DBC8C1D25FFF}" presName="rootConnector" presStyleLbl="node3" presStyleIdx="9" presStyleCnt="11"/>
      <dgm:spPr/>
    </dgm:pt>
    <dgm:pt modelId="{90971FBD-1935-4AFE-A7C5-EF9884F42DC1}" type="pres">
      <dgm:prSet presAssocID="{4CC85314-A522-4219-B081-DBC8C1D25FFF}" presName="hierChild4" presStyleCnt="0"/>
      <dgm:spPr/>
    </dgm:pt>
    <dgm:pt modelId="{067DEA3D-5232-46AB-AB58-57A5FFCD1737}" type="pres">
      <dgm:prSet presAssocID="{4CC85314-A522-4219-B081-DBC8C1D25FFF}" presName="hierChild5" presStyleCnt="0"/>
      <dgm:spPr/>
    </dgm:pt>
    <dgm:pt modelId="{77105F7A-302E-47EC-9E08-136EAF74143F}" type="pres">
      <dgm:prSet presAssocID="{F20ECD35-ADE6-4290-B2F5-6A40B6019BA7}" presName="Name37" presStyleLbl="parChTrans1D3" presStyleIdx="10" presStyleCnt="11"/>
      <dgm:spPr/>
    </dgm:pt>
    <dgm:pt modelId="{338DA4E0-2CE3-4C71-8604-953D6D38B224}" type="pres">
      <dgm:prSet presAssocID="{6F6BF602-512A-44F9-8C40-6551FD81F6DB}" presName="hierRoot2" presStyleCnt="0">
        <dgm:presLayoutVars>
          <dgm:hierBranch val="init"/>
        </dgm:presLayoutVars>
      </dgm:prSet>
      <dgm:spPr/>
    </dgm:pt>
    <dgm:pt modelId="{4A99BAD5-280F-42A0-852A-C6AB63675668}" type="pres">
      <dgm:prSet presAssocID="{6F6BF602-512A-44F9-8C40-6551FD81F6DB}" presName="rootComposite" presStyleCnt="0"/>
      <dgm:spPr/>
    </dgm:pt>
    <dgm:pt modelId="{619E2062-5BE4-4F96-BEBD-ADCB61BDDD52}" type="pres">
      <dgm:prSet presAssocID="{6F6BF602-512A-44F9-8C40-6551FD81F6DB}" presName="rootText" presStyleLbl="node3" presStyleIdx="10" presStyleCnt="11">
        <dgm:presLayoutVars>
          <dgm:chPref val="3"/>
        </dgm:presLayoutVars>
      </dgm:prSet>
      <dgm:spPr/>
    </dgm:pt>
    <dgm:pt modelId="{20CDB598-CD16-45BF-8ED1-FD6AA6505BF9}" type="pres">
      <dgm:prSet presAssocID="{6F6BF602-512A-44F9-8C40-6551FD81F6DB}" presName="rootConnector" presStyleLbl="node3" presStyleIdx="10" presStyleCnt="11"/>
      <dgm:spPr/>
    </dgm:pt>
    <dgm:pt modelId="{C8454D7B-BC83-47F4-B90A-BF7CDAB05B23}" type="pres">
      <dgm:prSet presAssocID="{6F6BF602-512A-44F9-8C40-6551FD81F6DB}" presName="hierChild4" presStyleCnt="0"/>
      <dgm:spPr/>
    </dgm:pt>
    <dgm:pt modelId="{8F6D4856-97BE-4E6A-90B5-9FB0A9CBEA80}" type="pres">
      <dgm:prSet presAssocID="{6F6BF602-512A-44F9-8C40-6551FD81F6DB}" presName="hierChild5" presStyleCnt="0"/>
      <dgm:spPr/>
    </dgm:pt>
    <dgm:pt modelId="{429AEAFA-871F-4FF4-AAF2-A8477D9344BA}" type="pres">
      <dgm:prSet presAssocID="{310DE44E-511C-4395-9A07-4A6BB52B1C5B}" presName="hierChild5" presStyleCnt="0"/>
      <dgm:spPr/>
    </dgm:pt>
    <dgm:pt modelId="{5FFA999F-EB8B-4E50-93B3-F1A8A810CD77}" type="pres">
      <dgm:prSet presAssocID="{A1C36048-A135-4CD8-BD77-7AFF0F1763C2}" presName="hierChild3" presStyleCnt="0"/>
      <dgm:spPr/>
    </dgm:pt>
  </dgm:ptLst>
  <dgm:cxnLst>
    <dgm:cxn modelId="{99E7F703-3B15-4E65-ABCB-1CA90BEFBC7A}" type="presOf" srcId="{288E6A29-1FFE-46A7-81F0-7F8E88B51191}" destId="{F7410955-1F00-4EFE-9A1C-08F73551CB77}" srcOrd="0" destOrd="0" presId="urn:microsoft.com/office/officeart/2005/8/layout/orgChart1"/>
    <dgm:cxn modelId="{A150B011-0930-40B6-BF35-E650BD6AE24C}" type="presOf" srcId="{9FDF012A-D2BE-4D8F-A008-1915A6F66CFB}" destId="{125ED708-DFE0-48E0-8005-E78D51113E78}" srcOrd="0" destOrd="0" presId="urn:microsoft.com/office/officeart/2005/8/layout/orgChart1"/>
    <dgm:cxn modelId="{C53C7913-5146-408F-A20F-79B51D57F61D}" type="presOf" srcId="{54403AAB-2BED-45E8-A6F7-D3403688C891}" destId="{65083993-18CD-4FD5-99E4-FD8F44884151}" srcOrd="1" destOrd="0" presId="urn:microsoft.com/office/officeart/2005/8/layout/orgChart1"/>
    <dgm:cxn modelId="{5239BF15-E117-4604-B7F3-76C036CB2DA0}" type="presOf" srcId="{4CC85314-A522-4219-B081-DBC8C1D25FFF}" destId="{4D635F76-7C93-4E1A-BC7D-A5D67F147C22}" srcOrd="0" destOrd="0" presId="urn:microsoft.com/office/officeart/2005/8/layout/orgChart1"/>
    <dgm:cxn modelId="{6C31B219-8AB4-4459-87BF-7015515847C2}" type="presOf" srcId="{310DE44E-511C-4395-9A07-4A6BB52B1C5B}" destId="{F2A92E28-4CE0-4672-96A3-0BAC00E1BB41}" srcOrd="0" destOrd="0" presId="urn:microsoft.com/office/officeart/2005/8/layout/orgChart1"/>
    <dgm:cxn modelId="{CA1D9A20-C3C0-4304-A00F-E392778AD82D}" type="presOf" srcId="{2325FA16-FD0B-4716-910B-294CDFEC4FD4}" destId="{AA2388E4-7877-416F-A262-11D619BDD601}" srcOrd="0" destOrd="0" presId="urn:microsoft.com/office/officeart/2005/8/layout/orgChart1"/>
    <dgm:cxn modelId="{E3C7B123-6C49-48C0-BEA2-BC7B9BC5FC7C}" type="presOf" srcId="{7136EAF7-D1DE-482C-A7F9-AAEAE083A5F2}" destId="{322E95AB-16D4-4F65-BE58-FA0959215C33}" srcOrd="0" destOrd="0" presId="urn:microsoft.com/office/officeart/2005/8/layout/orgChart1"/>
    <dgm:cxn modelId="{C6679124-081C-454B-935A-CE416001ECC2}" type="presOf" srcId="{958CE71C-145A-4087-8F50-6DCA352E23B9}" destId="{0F3228A8-F9E4-4270-A1D5-5B75750E2690}" srcOrd="0" destOrd="0" presId="urn:microsoft.com/office/officeart/2005/8/layout/orgChart1"/>
    <dgm:cxn modelId="{D3ACF928-5FC5-4C32-95CB-EF12AEB00367}" type="presOf" srcId="{E0A7A30A-9A94-4B10-8588-FE60551E2372}" destId="{39A69BD2-5C16-4870-83AE-C3ED83A49067}" srcOrd="1" destOrd="0" presId="urn:microsoft.com/office/officeart/2005/8/layout/orgChart1"/>
    <dgm:cxn modelId="{607FAD2E-B2F2-4ABD-852E-CF6DC0962225}" type="presOf" srcId="{9FDF012A-D2BE-4D8F-A008-1915A6F66CFB}" destId="{BE37425F-59E7-416B-9F39-D4426B4DD9FC}" srcOrd="1" destOrd="0" presId="urn:microsoft.com/office/officeart/2005/8/layout/orgChart1"/>
    <dgm:cxn modelId="{0E7F812F-F78E-4935-B765-27A9014B386D}" type="presOf" srcId="{87A7B4DB-BAD1-486C-97F4-EB26ED2BC611}" destId="{FB36457C-325F-4D5E-A3F4-2088FB210398}" srcOrd="0" destOrd="0" presId="urn:microsoft.com/office/officeart/2005/8/layout/orgChart1"/>
    <dgm:cxn modelId="{A5638D30-3FFC-41F3-8989-7FCC480EE388}" type="presOf" srcId="{A1C36048-A135-4CD8-BD77-7AFF0F1763C2}" destId="{10C3569E-5D44-4CD8-B26E-BA8E8B19B312}" srcOrd="0" destOrd="0" presId="urn:microsoft.com/office/officeart/2005/8/layout/orgChart1"/>
    <dgm:cxn modelId="{9E872E36-E126-4717-A7F9-FACDA89BBDD7}" type="presOf" srcId="{2325FA16-FD0B-4716-910B-294CDFEC4FD4}" destId="{4E6068A5-D657-4CA1-AD18-0CDBE5EFD005}" srcOrd="1" destOrd="0" presId="urn:microsoft.com/office/officeart/2005/8/layout/orgChart1"/>
    <dgm:cxn modelId="{6B00D137-DA78-4AAE-AF07-36E7C52038A6}" srcId="{4164A37B-9D50-4FA9-BADF-ED246FF54593}" destId="{F1601CB1-550E-454A-983F-6FBF423218B8}" srcOrd="1" destOrd="0" parTransId="{01DCD9EA-BC30-421F-8D74-67BEE4C88CBC}" sibTransId="{555345A6-A4B1-4A0D-B239-017B7717576C}"/>
    <dgm:cxn modelId="{CD8D493B-E44F-4BCC-B7DE-8B4229D0C82E}" srcId="{A1C36048-A135-4CD8-BD77-7AFF0F1763C2}" destId="{4164A37B-9D50-4FA9-BADF-ED246FF54593}" srcOrd="2" destOrd="0" parTransId="{DD512CEE-78C1-4C1A-A040-51FE4930DCFB}" sibTransId="{32DAD287-9CFB-4ADF-8423-A4FEFBFBE582}"/>
    <dgm:cxn modelId="{882F0F3D-9260-4121-B11C-5808EAEA79EC}" srcId="{4164A37B-9D50-4FA9-BADF-ED246FF54593}" destId="{58980A8C-28F8-47F5-81F9-1D9DE2E731F8}" srcOrd="0" destOrd="0" parTransId="{66D6366D-3215-4707-83A4-B05C82F79485}" sibTransId="{E0B81045-2535-49BD-ABD4-6662950F3B0C}"/>
    <dgm:cxn modelId="{F890F03D-D2E7-4677-8DDB-A4119EE62E91}" type="presOf" srcId="{6B589219-D8F8-42D4-9B85-142D093E3BE5}" destId="{C40976A0-94D7-43B8-9FF6-AEC5DF705B8F}" srcOrd="0" destOrd="0" presId="urn:microsoft.com/office/officeart/2005/8/layout/orgChart1"/>
    <dgm:cxn modelId="{ED16AB5C-0393-4AAC-B54D-32C9CACEC0D2}" type="presOf" srcId="{11F4F542-9F69-4239-9758-8F4A135E4A5E}" destId="{6573EDCC-6EA0-49AD-8307-067BA322599D}" srcOrd="1" destOrd="0" presId="urn:microsoft.com/office/officeart/2005/8/layout/orgChart1"/>
    <dgm:cxn modelId="{98ADF95C-7088-4601-A4EE-5DB31352CD4E}" type="presOf" srcId="{58980A8C-28F8-47F5-81F9-1D9DE2E731F8}" destId="{A5D6447B-0037-41C0-93FC-FD23810F8B6F}" srcOrd="1" destOrd="0" presId="urn:microsoft.com/office/officeart/2005/8/layout/orgChart1"/>
    <dgm:cxn modelId="{B1442961-525C-480C-8D14-9D7E4FBF6902}" srcId="{7136EAF7-D1DE-482C-A7F9-AAEAE083A5F2}" destId="{11F4F542-9F69-4239-9758-8F4A135E4A5E}" srcOrd="1" destOrd="0" parTransId="{6B589219-D8F8-42D4-9B85-142D093E3BE5}" sibTransId="{189D9AFF-1935-48FA-BFF5-9B418EC74463}"/>
    <dgm:cxn modelId="{2B648F41-56BC-4F3F-B50E-6336AB4B6482}" type="presOf" srcId="{06780B18-F4BC-475C-B384-5A37AC08947C}" destId="{CA5A29A7-1A2A-44A7-A9BE-EC1123F286A6}" srcOrd="0" destOrd="0" presId="urn:microsoft.com/office/officeart/2005/8/layout/orgChart1"/>
    <dgm:cxn modelId="{5ED5DB64-A0F4-48C7-9C21-04A0C830851A}" type="presOf" srcId="{71BBC5E3-BDB5-4E44-BF78-F94270E6585E}" destId="{669C2046-E0F0-4C92-B366-0D90ED07E479}" srcOrd="1" destOrd="0" presId="urn:microsoft.com/office/officeart/2005/8/layout/orgChart1"/>
    <dgm:cxn modelId="{67FE5846-C86E-428C-A8EA-3297466F83DE}" srcId="{71BBC5E3-BDB5-4E44-BF78-F94270E6585E}" destId="{448B6224-FD27-43E7-BB20-DF2CC2A388E9}" srcOrd="2" destOrd="0" parTransId="{55D815CC-C5FD-4CC5-AE7E-FCA9FF47B6D2}" sibTransId="{C5B1E17A-7FEC-4B64-A6DB-21EEE2C6E784}"/>
    <dgm:cxn modelId="{B1BEFF66-834F-4AD0-9BF9-5BD7AE6474F3}" type="presOf" srcId="{DD512CEE-78C1-4C1A-A040-51FE4930DCFB}" destId="{37B3AA9D-B14D-41FE-912D-43AA5C742677}" srcOrd="0" destOrd="0" presId="urn:microsoft.com/office/officeart/2005/8/layout/orgChart1"/>
    <dgm:cxn modelId="{EA750769-2939-4183-B3AB-B18434E587C1}" type="presOf" srcId="{F1601CB1-550E-454A-983F-6FBF423218B8}" destId="{00CD94EC-1966-4FD7-B664-7DA9665FD325}" srcOrd="0" destOrd="0" presId="urn:microsoft.com/office/officeart/2005/8/layout/orgChart1"/>
    <dgm:cxn modelId="{D7941E69-DFB7-4115-9F8E-7AE5851F5E11}" type="presOf" srcId="{448B6224-FD27-43E7-BB20-DF2CC2A388E9}" destId="{8C3D8830-4ACA-4287-A996-FB7DCAA72F65}" srcOrd="0" destOrd="0" presId="urn:microsoft.com/office/officeart/2005/8/layout/orgChart1"/>
    <dgm:cxn modelId="{9BD6E64B-CB29-4BAE-A1E5-061666A74BBC}" srcId="{A1C36048-A135-4CD8-BD77-7AFF0F1763C2}" destId="{7136EAF7-D1DE-482C-A7F9-AAEAE083A5F2}" srcOrd="1" destOrd="0" parTransId="{B4A0FD89-2485-4D83-A7BD-1D321B9DB09E}" sibTransId="{16232990-7F9A-4FDD-BCF3-40C6BD3515DC}"/>
    <dgm:cxn modelId="{69F7666F-5B52-4151-BB7F-9BD23D4319A4}" srcId="{71BBC5E3-BDB5-4E44-BF78-F94270E6585E}" destId="{9FDF012A-D2BE-4D8F-A008-1915A6F66CFB}" srcOrd="1" destOrd="0" parTransId="{288E6A29-1FFE-46A7-81F0-7F8E88B51191}" sibTransId="{EB7CBAF6-883E-4C56-A1D4-67D35EC2792C}"/>
    <dgm:cxn modelId="{999A7674-1FB1-40AD-ADD4-4257B3FD4E1B}" type="presOf" srcId="{E0A7A30A-9A94-4B10-8588-FE60551E2372}" destId="{28716FCB-E4E3-40A7-9A8C-120EED155EF3}" srcOrd="0" destOrd="0" presId="urn:microsoft.com/office/officeart/2005/8/layout/orgChart1"/>
    <dgm:cxn modelId="{788A9675-BD59-4967-9515-EBA804B0F230}" type="presOf" srcId="{4164A37B-9D50-4FA9-BADF-ED246FF54593}" destId="{01A81A2B-2B6A-4EDA-89BB-25FAD1026D53}" srcOrd="1" destOrd="0" presId="urn:microsoft.com/office/officeart/2005/8/layout/orgChart1"/>
    <dgm:cxn modelId="{675CFF55-DFA3-4382-9EC2-58ABCDE7FAA9}" type="presOf" srcId="{DBB68360-DFA6-437E-971C-2542DF623CC1}" destId="{EEA4F529-F1DD-47B9-B3D5-568117FAD99E}" srcOrd="0" destOrd="0" presId="urn:microsoft.com/office/officeart/2005/8/layout/orgChart1"/>
    <dgm:cxn modelId="{C5E9C976-965B-43BE-9DD4-F41019465A67}" srcId="{310DE44E-511C-4395-9A07-4A6BB52B1C5B}" destId="{6F6BF602-512A-44F9-8C40-6551FD81F6DB}" srcOrd="1" destOrd="0" parTransId="{F20ECD35-ADE6-4290-B2F5-6A40B6019BA7}" sibTransId="{FEB96C26-91EB-4B2B-A61D-56F36055584B}"/>
    <dgm:cxn modelId="{9AE3F656-94D4-4B65-8DFD-0EA537A09CAC}" srcId="{7136EAF7-D1DE-482C-A7F9-AAEAE083A5F2}" destId="{2325FA16-FD0B-4716-910B-294CDFEC4FD4}" srcOrd="0" destOrd="0" parTransId="{87A7B4DB-BAD1-486C-97F4-EB26ED2BC611}" sibTransId="{DA752501-7C17-46B5-86CB-812D0C6C9DC8}"/>
    <dgm:cxn modelId="{7B09AD77-F3A5-4C0B-BEDA-7322552E1038}" type="presOf" srcId="{6F6BF602-512A-44F9-8C40-6551FD81F6DB}" destId="{619E2062-5BE4-4F96-BEBD-ADCB61BDDD52}" srcOrd="0" destOrd="0" presId="urn:microsoft.com/office/officeart/2005/8/layout/orgChart1"/>
    <dgm:cxn modelId="{BD1F8B7B-D67B-4489-98ED-5999AA2BF734}" srcId="{7F63F7A9-AA41-48E0-AF77-5E9D87D2BB28}" destId="{A1C36048-A135-4CD8-BD77-7AFF0F1763C2}" srcOrd="0" destOrd="0" parTransId="{D780936F-C49A-4CE6-B1BB-C17F71EE6500}" sibTransId="{0C2E1F06-52B3-4C51-B17D-1414EA1ACCAF}"/>
    <dgm:cxn modelId="{BE5C8F80-BA6F-4FB4-8E46-70C3B095FD3C}" type="presOf" srcId="{11F4F542-9F69-4239-9758-8F4A135E4A5E}" destId="{BB2D97E6-93F0-47FA-9D85-0DF6BBF8D024}" srcOrd="0" destOrd="0" presId="urn:microsoft.com/office/officeart/2005/8/layout/orgChart1"/>
    <dgm:cxn modelId="{7A335187-DCDC-40C9-A03A-A2A4477E8EFD}" srcId="{71BBC5E3-BDB5-4E44-BF78-F94270E6585E}" destId="{702FFA2E-1D32-40C3-960D-2612E8F1BCA4}" srcOrd="0" destOrd="0" parTransId="{1B15E86C-29D9-422A-A812-8D3DDDF741B1}" sibTransId="{E996AEDB-673E-43BF-B9E9-265E955F9BCE}"/>
    <dgm:cxn modelId="{D8BB588A-48BA-46D7-BD5E-2952A63E2FE8}" type="presOf" srcId="{5202E9AF-3E0C-4A0F-8C1D-D4E28540765A}" destId="{6501C7C8-4DE4-40FB-A9C5-912393B34C7F}" srcOrd="0" destOrd="0" presId="urn:microsoft.com/office/officeart/2005/8/layout/orgChart1"/>
    <dgm:cxn modelId="{F99F1891-8F51-458E-B4E7-B0E02BB5DF6C}" srcId="{71BBC5E3-BDB5-4E44-BF78-F94270E6585E}" destId="{54403AAB-2BED-45E8-A6F7-D3403688C891}" srcOrd="3" destOrd="0" parTransId="{DBB68360-DFA6-437E-971C-2542DF623CC1}" sibTransId="{65E41CC6-B5D1-43F6-905A-4CAB152ABFF8}"/>
    <dgm:cxn modelId="{0949719A-81FB-4DC2-8BA0-48BD7B96BB1B}" type="presOf" srcId="{6F6BF602-512A-44F9-8C40-6551FD81F6DB}" destId="{20CDB598-CD16-45BF-8ED1-FD6AA6505BF9}" srcOrd="1" destOrd="0" presId="urn:microsoft.com/office/officeart/2005/8/layout/orgChart1"/>
    <dgm:cxn modelId="{97CB1C9F-52A3-4E96-8B2D-FFB87BC63B12}" type="presOf" srcId="{1B3D824C-8529-4732-B26A-6C91EF0E6184}" destId="{DB2C9C99-4E6C-4829-B9BC-184355AF852B}" srcOrd="0" destOrd="0" presId="urn:microsoft.com/office/officeart/2005/8/layout/orgChart1"/>
    <dgm:cxn modelId="{1555BBB1-0336-4491-B230-5A21603EDC3E}" type="presOf" srcId="{7F63F7A9-AA41-48E0-AF77-5E9D87D2BB28}" destId="{52EF40E8-5B36-4AE8-B473-7C4846490E41}" srcOrd="0" destOrd="0" presId="urn:microsoft.com/office/officeart/2005/8/layout/orgChart1"/>
    <dgm:cxn modelId="{E2FEF1B5-655B-4E73-A2E8-ADFF904166C3}" type="presOf" srcId="{F20ECD35-ADE6-4290-B2F5-6A40B6019BA7}" destId="{77105F7A-302E-47EC-9E08-136EAF74143F}" srcOrd="0" destOrd="0" presId="urn:microsoft.com/office/officeart/2005/8/layout/orgChart1"/>
    <dgm:cxn modelId="{40C261B8-58AD-427F-9DAF-8BEDFFDDF4C9}" type="presOf" srcId="{4164A37B-9D50-4FA9-BADF-ED246FF54593}" destId="{D099CB92-D1FE-40B1-8AB1-90B192E640B4}" srcOrd="0" destOrd="0" presId="urn:microsoft.com/office/officeart/2005/8/layout/orgChart1"/>
    <dgm:cxn modelId="{296559BB-38F3-4F91-80D8-41799A9558DE}" type="presOf" srcId="{58980A8C-28F8-47F5-81F9-1D9DE2E731F8}" destId="{CED0AC24-240A-47E9-8F19-C1F5558C5893}" srcOrd="0" destOrd="0" presId="urn:microsoft.com/office/officeart/2005/8/layout/orgChart1"/>
    <dgm:cxn modelId="{C73C3CC0-3062-4F3B-90E6-808FA464FD37}" srcId="{310DE44E-511C-4395-9A07-4A6BB52B1C5B}" destId="{4CC85314-A522-4219-B081-DBC8C1D25FFF}" srcOrd="0" destOrd="0" parTransId="{06780B18-F4BC-475C-B384-5A37AC08947C}" sibTransId="{DE69779D-AEAB-4AED-915F-8209F2793EFA}"/>
    <dgm:cxn modelId="{440C95C0-373C-4741-866F-39D8D974BF98}" type="presOf" srcId="{A1C36048-A135-4CD8-BD77-7AFF0F1763C2}" destId="{465AC075-B603-4147-A203-8F95C312C385}" srcOrd="1" destOrd="0" presId="urn:microsoft.com/office/officeart/2005/8/layout/orgChart1"/>
    <dgm:cxn modelId="{FA48DDCA-8836-4C55-9348-394340C3F5AA}" type="presOf" srcId="{702FFA2E-1D32-40C3-960D-2612E8F1BCA4}" destId="{1DFC3EF5-1D45-47D6-8CE5-0041D0E7554D}" srcOrd="0" destOrd="0" presId="urn:microsoft.com/office/officeart/2005/8/layout/orgChart1"/>
    <dgm:cxn modelId="{146876D0-82D2-4E96-9E71-2406743FED2E}" type="presOf" srcId="{B4A0FD89-2485-4D83-A7BD-1D321B9DB09E}" destId="{25B23115-67CC-4436-B13E-8ABFE06E2937}" srcOrd="0" destOrd="0" presId="urn:microsoft.com/office/officeart/2005/8/layout/orgChart1"/>
    <dgm:cxn modelId="{710295D0-EF32-4930-ADD7-ECE6B2228D89}" srcId="{A1C36048-A135-4CD8-BD77-7AFF0F1763C2}" destId="{71BBC5E3-BDB5-4E44-BF78-F94270E6585E}" srcOrd="0" destOrd="0" parTransId="{958CE71C-145A-4087-8F50-6DCA352E23B9}" sibTransId="{5BFCAE5E-FB42-4739-8498-F2B219522551}"/>
    <dgm:cxn modelId="{B2C377D2-8961-471C-B790-E71D42A554EA}" type="presOf" srcId="{01DCD9EA-BC30-421F-8D74-67BEE4C88CBC}" destId="{CB7E7421-E3D7-4017-8CCA-BC9F067FD6E5}" srcOrd="0" destOrd="0" presId="urn:microsoft.com/office/officeart/2005/8/layout/orgChart1"/>
    <dgm:cxn modelId="{FA258FD3-6E7C-45F5-91DB-56350A82E337}" type="presOf" srcId="{1B15E86C-29D9-422A-A812-8D3DDDF741B1}" destId="{B6CC570C-602F-4A3A-86D0-9B0128FDAE9C}" srcOrd="0" destOrd="0" presId="urn:microsoft.com/office/officeart/2005/8/layout/orgChart1"/>
    <dgm:cxn modelId="{4EBBBAD3-6A64-49F2-8BE3-7219D1BD2868}" type="presOf" srcId="{448B6224-FD27-43E7-BB20-DF2CC2A388E9}" destId="{EC74FFC8-E4EC-41A3-8674-284889116FBD}" srcOrd="1" destOrd="0" presId="urn:microsoft.com/office/officeart/2005/8/layout/orgChart1"/>
    <dgm:cxn modelId="{EBDB62D8-A72A-4B2D-8855-2489718B4DF8}" srcId="{4164A37B-9D50-4FA9-BADF-ED246FF54593}" destId="{E0A7A30A-9A94-4B10-8588-FE60551E2372}" srcOrd="2" destOrd="0" parTransId="{5202E9AF-3E0C-4A0F-8C1D-D4E28540765A}" sibTransId="{83FF6671-98D8-440E-A14B-C555BC35BEA7}"/>
    <dgm:cxn modelId="{3D35C5DD-EE52-4909-B007-F8C3E9D425B9}" type="presOf" srcId="{310DE44E-511C-4395-9A07-4A6BB52B1C5B}" destId="{1ACC0639-DB76-4FE9-9EB1-97D5AABE58FF}" srcOrd="1" destOrd="0" presId="urn:microsoft.com/office/officeart/2005/8/layout/orgChart1"/>
    <dgm:cxn modelId="{4C6DBADF-CC70-4A3C-8572-698413258324}" type="presOf" srcId="{54403AAB-2BED-45E8-A6F7-D3403688C891}" destId="{B8141225-47A2-4E3D-A6CF-C1B6D8ABCF01}" srcOrd="0" destOrd="0" presId="urn:microsoft.com/office/officeart/2005/8/layout/orgChart1"/>
    <dgm:cxn modelId="{815648E1-DF6F-44AE-A147-7AD8E91125E6}" type="presOf" srcId="{55D815CC-C5FD-4CC5-AE7E-FCA9FF47B6D2}" destId="{A2A30DA5-2EE9-45C5-B3BF-3AC8BD7B2BA5}" srcOrd="0" destOrd="0" presId="urn:microsoft.com/office/officeart/2005/8/layout/orgChart1"/>
    <dgm:cxn modelId="{B5CC0EE2-D349-425D-A724-F87F88B37E30}" type="presOf" srcId="{F1601CB1-550E-454A-983F-6FBF423218B8}" destId="{31DFFB23-39EC-44DB-8CBB-9ED1EE6D5512}" srcOrd="1" destOrd="0" presId="urn:microsoft.com/office/officeart/2005/8/layout/orgChart1"/>
    <dgm:cxn modelId="{EE4E70E2-FDEC-4337-8273-B513BEFAEFE7}" type="presOf" srcId="{71BBC5E3-BDB5-4E44-BF78-F94270E6585E}" destId="{8B06DB63-E944-4402-948D-E929768576D8}" srcOrd="0" destOrd="0" presId="urn:microsoft.com/office/officeart/2005/8/layout/orgChart1"/>
    <dgm:cxn modelId="{709B59E2-26BA-4F53-88E4-BF919D87E0E8}" type="presOf" srcId="{4CC85314-A522-4219-B081-DBC8C1D25FFF}" destId="{FD8CA16D-8FB4-41C3-B84E-995A61597A35}" srcOrd="1" destOrd="0" presId="urn:microsoft.com/office/officeart/2005/8/layout/orgChart1"/>
    <dgm:cxn modelId="{78024FE3-0B1D-4762-80F9-23C7756640F6}" type="presOf" srcId="{702FFA2E-1D32-40C3-960D-2612E8F1BCA4}" destId="{176D8BA6-06F7-4EB1-B75D-37E8808F923B}" srcOrd="1" destOrd="0" presId="urn:microsoft.com/office/officeart/2005/8/layout/orgChart1"/>
    <dgm:cxn modelId="{357ACBE3-118F-495E-A0E7-46AC080DBE30}" srcId="{A1C36048-A135-4CD8-BD77-7AFF0F1763C2}" destId="{310DE44E-511C-4395-9A07-4A6BB52B1C5B}" srcOrd="3" destOrd="0" parTransId="{1B3D824C-8529-4732-B26A-6C91EF0E6184}" sibTransId="{DF58EF09-D30E-45FC-A914-D0C30245FF18}"/>
    <dgm:cxn modelId="{6622A4EC-FE41-4518-B1AC-E723DBC8AD2E}" type="presOf" srcId="{66D6366D-3215-4707-83A4-B05C82F79485}" destId="{4FB4B663-DED5-4D68-99CC-BD12669F20DB}" srcOrd="0" destOrd="0" presId="urn:microsoft.com/office/officeart/2005/8/layout/orgChart1"/>
    <dgm:cxn modelId="{F8744AF5-15C5-4A37-B580-2D8579C7718E}" type="presOf" srcId="{7136EAF7-D1DE-482C-A7F9-AAEAE083A5F2}" destId="{747A28FB-03A6-4A18-8B86-646DD0E30406}" srcOrd="1" destOrd="0" presId="urn:microsoft.com/office/officeart/2005/8/layout/orgChart1"/>
    <dgm:cxn modelId="{A9E67E9C-F975-47FE-87A2-C4EF6526004B}" type="presParOf" srcId="{52EF40E8-5B36-4AE8-B473-7C4846490E41}" destId="{DD686AD6-8A64-4828-B758-D074EB14BB31}" srcOrd="0" destOrd="0" presId="urn:microsoft.com/office/officeart/2005/8/layout/orgChart1"/>
    <dgm:cxn modelId="{978BAA93-57EB-4A73-AC71-5DEBE7F52AB6}" type="presParOf" srcId="{DD686AD6-8A64-4828-B758-D074EB14BB31}" destId="{1A31F989-198E-44C4-B81F-6475C95058CB}" srcOrd="0" destOrd="0" presId="urn:microsoft.com/office/officeart/2005/8/layout/orgChart1"/>
    <dgm:cxn modelId="{DEC1929C-0685-4211-84EE-2C67A91E50C5}" type="presParOf" srcId="{1A31F989-198E-44C4-B81F-6475C95058CB}" destId="{10C3569E-5D44-4CD8-B26E-BA8E8B19B312}" srcOrd="0" destOrd="0" presId="urn:microsoft.com/office/officeart/2005/8/layout/orgChart1"/>
    <dgm:cxn modelId="{AABBAD85-B40C-4462-950A-A2DDB09BAE84}" type="presParOf" srcId="{1A31F989-198E-44C4-B81F-6475C95058CB}" destId="{465AC075-B603-4147-A203-8F95C312C385}" srcOrd="1" destOrd="0" presId="urn:microsoft.com/office/officeart/2005/8/layout/orgChart1"/>
    <dgm:cxn modelId="{37F6BC2F-61A5-466E-BCAB-1D35BE507CC2}" type="presParOf" srcId="{DD686AD6-8A64-4828-B758-D074EB14BB31}" destId="{FF4B645D-2CF2-4054-A22E-625D01FAE067}" srcOrd="1" destOrd="0" presId="urn:microsoft.com/office/officeart/2005/8/layout/orgChart1"/>
    <dgm:cxn modelId="{14F150D3-179C-4111-9130-DC0D12C67938}" type="presParOf" srcId="{FF4B645D-2CF2-4054-A22E-625D01FAE067}" destId="{0F3228A8-F9E4-4270-A1D5-5B75750E2690}" srcOrd="0" destOrd="0" presId="urn:microsoft.com/office/officeart/2005/8/layout/orgChart1"/>
    <dgm:cxn modelId="{21BA4B6B-B2C2-4FAF-B9E1-3AD3D2345118}" type="presParOf" srcId="{FF4B645D-2CF2-4054-A22E-625D01FAE067}" destId="{FB4B183A-C685-4ADA-99F0-CAF487B33B3A}" srcOrd="1" destOrd="0" presId="urn:microsoft.com/office/officeart/2005/8/layout/orgChart1"/>
    <dgm:cxn modelId="{562DC53D-2A03-4B45-949F-26A76D4A5367}" type="presParOf" srcId="{FB4B183A-C685-4ADA-99F0-CAF487B33B3A}" destId="{D2B95C19-5569-49FE-89BC-927A3B4C134B}" srcOrd="0" destOrd="0" presId="urn:microsoft.com/office/officeart/2005/8/layout/orgChart1"/>
    <dgm:cxn modelId="{EAC66EE7-2BC7-41BA-B597-BCB21959C2EA}" type="presParOf" srcId="{D2B95C19-5569-49FE-89BC-927A3B4C134B}" destId="{8B06DB63-E944-4402-948D-E929768576D8}" srcOrd="0" destOrd="0" presId="urn:microsoft.com/office/officeart/2005/8/layout/orgChart1"/>
    <dgm:cxn modelId="{67590DD9-7C68-43B8-A0AC-4740C17C1F5C}" type="presParOf" srcId="{D2B95C19-5569-49FE-89BC-927A3B4C134B}" destId="{669C2046-E0F0-4C92-B366-0D90ED07E479}" srcOrd="1" destOrd="0" presId="urn:microsoft.com/office/officeart/2005/8/layout/orgChart1"/>
    <dgm:cxn modelId="{AC523E47-F6E5-497E-BEE1-AAFE883186F3}" type="presParOf" srcId="{FB4B183A-C685-4ADA-99F0-CAF487B33B3A}" destId="{AAE77749-D880-4A9B-9C27-9A5F978CB39C}" srcOrd="1" destOrd="0" presId="urn:microsoft.com/office/officeart/2005/8/layout/orgChart1"/>
    <dgm:cxn modelId="{E78A6F9C-A524-4AF0-8323-42111CC5AF33}" type="presParOf" srcId="{AAE77749-D880-4A9B-9C27-9A5F978CB39C}" destId="{B6CC570C-602F-4A3A-86D0-9B0128FDAE9C}" srcOrd="0" destOrd="0" presId="urn:microsoft.com/office/officeart/2005/8/layout/orgChart1"/>
    <dgm:cxn modelId="{25B20170-3C95-409E-B89A-8062B44E28DB}" type="presParOf" srcId="{AAE77749-D880-4A9B-9C27-9A5F978CB39C}" destId="{3974F812-F08B-4D7D-A331-CF1A171B408E}" srcOrd="1" destOrd="0" presId="urn:microsoft.com/office/officeart/2005/8/layout/orgChart1"/>
    <dgm:cxn modelId="{11982C3C-92B9-4CA6-8FD4-2A09F6EDD11C}" type="presParOf" srcId="{3974F812-F08B-4D7D-A331-CF1A171B408E}" destId="{175B3DFC-8AA3-4925-8A1D-A07BEECC1169}" srcOrd="0" destOrd="0" presId="urn:microsoft.com/office/officeart/2005/8/layout/orgChart1"/>
    <dgm:cxn modelId="{DA36FE3B-ACAA-4741-870B-756765CF1A5C}" type="presParOf" srcId="{175B3DFC-8AA3-4925-8A1D-A07BEECC1169}" destId="{1DFC3EF5-1D45-47D6-8CE5-0041D0E7554D}" srcOrd="0" destOrd="0" presId="urn:microsoft.com/office/officeart/2005/8/layout/orgChart1"/>
    <dgm:cxn modelId="{0852FEFE-7E43-426E-9D6B-89B01829FCFB}" type="presParOf" srcId="{175B3DFC-8AA3-4925-8A1D-A07BEECC1169}" destId="{176D8BA6-06F7-4EB1-B75D-37E8808F923B}" srcOrd="1" destOrd="0" presId="urn:microsoft.com/office/officeart/2005/8/layout/orgChart1"/>
    <dgm:cxn modelId="{FDA032CC-B138-407C-8953-647892903417}" type="presParOf" srcId="{3974F812-F08B-4D7D-A331-CF1A171B408E}" destId="{8F30B757-069D-40B3-8910-F92FD6E523AD}" srcOrd="1" destOrd="0" presId="urn:microsoft.com/office/officeart/2005/8/layout/orgChart1"/>
    <dgm:cxn modelId="{E8141619-C8D0-4B28-B4E1-6E1C8B29FC7C}" type="presParOf" srcId="{3974F812-F08B-4D7D-A331-CF1A171B408E}" destId="{234355B5-3EDC-4241-9884-C4BE3F65B43C}" srcOrd="2" destOrd="0" presId="urn:microsoft.com/office/officeart/2005/8/layout/orgChart1"/>
    <dgm:cxn modelId="{31880642-86BF-429D-B3D9-DBA588DF8E31}" type="presParOf" srcId="{AAE77749-D880-4A9B-9C27-9A5F978CB39C}" destId="{F7410955-1F00-4EFE-9A1C-08F73551CB77}" srcOrd="2" destOrd="0" presId="urn:microsoft.com/office/officeart/2005/8/layout/orgChart1"/>
    <dgm:cxn modelId="{C54610CF-832B-4419-9D7E-524C33DE6F72}" type="presParOf" srcId="{AAE77749-D880-4A9B-9C27-9A5F978CB39C}" destId="{33BC9957-6AB2-41BF-9289-6F76ADDB47E9}" srcOrd="3" destOrd="0" presId="urn:microsoft.com/office/officeart/2005/8/layout/orgChart1"/>
    <dgm:cxn modelId="{E14D4FC5-EEB0-46CB-A009-AD9CD5E345DF}" type="presParOf" srcId="{33BC9957-6AB2-41BF-9289-6F76ADDB47E9}" destId="{4CF0C514-1304-4637-BECC-924B933D6E6F}" srcOrd="0" destOrd="0" presId="urn:microsoft.com/office/officeart/2005/8/layout/orgChart1"/>
    <dgm:cxn modelId="{A9C86D30-A0F0-4B08-A3B0-6953FA19850D}" type="presParOf" srcId="{4CF0C514-1304-4637-BECC-924B933D6E6F}" destId="{125ED708-DFE0-48E0-8005-E78D51113E78}" srcOrd="0" destOrd="0" presId="urn:microsoft.com/office/officeart/2005/8/layout/orgChart1"/>
    <dgm:cxn modelId="{6F09AC92-DB4B-46DC-92DD-DE5D81B039B8}" type="presParOf" srcId="{4CF0C514-1304-4637-BECC-924B933D6E6F}" destId="{BE37425F-59E7-416B-9F39-D4426B4DD9FC}" srcOrd="1" destOrd="0" presId="urn:microsoft.com/office/officeart/2005/8/layout/orgChart1"/>
    <dgm:cxn modelId="{A82F0FC7-A3D4-4F0D-A9C9-F576ADCA0C40}" type="presParOf" srcId="{33BC9957-6AB2-41BF-9289-6F76ADDB47E9}" destId="{78AB6852-22CA-4E21-94E4-221D46928804}" srcOrd="1" destOrd="0" presId="urn:microsoft.com/office/officeart/2005/8/layout/orgChart1"/>
    <dgm:cxn modelId="{C4D2890D-29C5-494B-8119-624A00F73BD6}" type="presParOf" srcId="{33BC9957-6AB2-41BF-9289-6F76ADDB47E9}" destId="{3543D2AF-38DF-41C8-83C4-F2D6E98BEE9B}" srcOrd="2" destOrd="0" presId="urn:microsoft.com/office/officeart/2005/8/layout/orgChart1"/>
    <dgm:cxn modelId="{B20CC7F3-8C28-44CF-8BAD-3755690CECF9}" type="presParOf" srcId="{AAE77749-D880-4A9B-9C27-9A5F978CB39C}" destId="{A2A30DA5-2EE9-45C5-B3BF-3AC8BD7B2BA5}" srcOrd="4" destOrd="0" presId="urn:microsoft.com/office/officeart/2005/8/layout/orgChart1"/>
    <dgm:cxn modelId="{18812262-00E6-4882-BC15-7F5CD6B26740}" type="presParOf" srcId="{AAE77749-D880-4A9B-9C27-9A5F978CB39C}" destId="{57C97FCF-3CB8-4844-AE82-CAF10F9F29DC}" srcOrd="5" destOrd="0" presId="urn:microsoft.com/office/officeart/2005/8/layout/orgChart1"/>
    <dgm:cxn modelId="{104E71FD-F7D9-4E5F-B1AE-108EF91420C7}" type="presParOf" srcId="{57C97FCF-3CB8-4844-AE82-CAF10F9F29DC}" destId="{369DD50B-CD85-44F5-BDA9-372FC83DD829}" srcOrd="0" destOrd="0" presId="urn:microsoft.com/office/officeart/2005/8/layout/orgChart1"/>
    <dgm:cxn modelId="{68BFD189-C112-4305-A9A7-AAB2CB40E5F8}" type="presParOf" srcId="{369DD50B-CD85-44F5-BDA9-372FC83DD829}" destId="{8C3D8830-4ACA-4287-A996-FB7DCAA72F65}" srcOrd="0" destOrd="0" presId="urn:microsoft.com/office/officeart/2005/8/layout/orgChart1"/>
    <dgm:cxn modelId="{1445865D-4C79-40EF-B852-E32CC772048A}" type="presParOf" srcId="{369DD50B-CD85-44F5-BDA9-372FC83DD829}" destId="{EC74FFC8-E4EC-41A3-8674-284889116FBD}" srcOrd="1" destOrd="0" presId="urn:microsoft.com/office/officeart/2005/8/layout/orgChart1"/>
    <dgm:cxn modelId="{7F1D032F-C2A3-4C9D-BD6B-4E09E2E4EE69}" type="presParOf" srcId="{57C97FCF-3CB8-4844-AE82-CAF10F9F29DC}" destId="{E980EC0A-C2EC-46E3-9922-A67BEA44690B}" srcOrd="1" destOrd="0" presId="urn:microsoft.com/office/officeart/2005/8/layout/orgChart1"/>
    <dgm:cxn modelId="{4047C148-39A7-4F15-8E69-BE17DCE647D4}" type="presParOf" srcId="{57C97FCF-3CB8-4844-AE82-CAF10F9F29DC}" destId="{B3D3EDCC-CE4B-43C7-8BD7-293B187F5270}" srcOrd="2" destOrd="0" presId="urn:microsoft.com/office/officeart/2005/8/layout/orgChart1"/>
    <dgm:cxn modelId="{8C83DF60-6487-4409-828D-EFF9AC28A290}" type="presParOf" srcId="{AAE77749-D880-4A9B-9C27-9A5F978CB39C}" destId="{EEA4F529-F1DD-47B9-B3D5-568117FAD99E}" srcOrd="6" destOrd="0" presId="urn:microsoft.com/office/officeart/2005/8/layout/orgChart1"/>
    <dgm:cxn modelId="{847C017E-A751-4CDE-AC6D-7A2DEFEAB701}" type="presParOf" srcId="{AAE77749-D880-4A9B-9C27-9A5F978CB39C}" destId="{8157668A-7C26-4766-A848-F7AACCB6A7A7}" srcOrd="7" destOrd="0" presId="urn:microsoft.com/office/officeart/2005/8/layout/orgChart1"/>
    <dgm:cxn modelId="{25DAC231-76EB-4C3E-B06B-8A37C4E3F8AF}" type="presParOf" srcId="{8157668A-7C26-4766-A848-F7AACCB6A7A7}" destId="{CB00C1D8-6FCF-4985-8638-FCF0949CC26B}" srcOrd="0" destOrd="0" presId="urn:microsoft.com/office/officeart/2005/8/layout/orgChart1"/>
    <dgm:cxn modelId="{8F553213-712A-4089-B8A4-F97933AF576E}" type="presParOf" srcId="{CB00C1D8-6FCF-4985-8638-FCF0949CC26B}" destId="{B8141225-47A2-4E3D-A6CF-C1B6D8ABCF01}" srcOrd="0" destOrd="0" presId="urn:microsoft.com/office/officeart/2005/8/layout/orgChart1"/>
    <dgm:cxn modelId="{C11C4EC8-EDEC-4EA2-B169-800A83B06D1A}" type="presParOf" srcId="{CB00C1D8-6FCF-4985-8638-FCF0949CC26B}" destId="{65083993-18CD-4FD5-99E4-FD8F44884151}" srcOrd="1" destOrd="0" presId="urn:microsoft.com/office/officeart/2005/8/layout/orgChart1"/>
    <dgm:cxn modelId="{4EDA1A0A-A674-481F-B402-3C2C6965F208}" type="presParOf" srcId="{8157668A-7C26-4766-A848-F7AACCB6A7A7}" destId="{56CBD29A-B6E5-4D83-A4C8-C201BF0A46BE}" srcOrd="1" destOrd="0" presId="urn:microsoft.com/office/officeart/2005/8/layout/orgChart1"/>
    <dgm:cxn modelId="{278DDD94-F179-4013-8035-20DEC9E252AE}" type="presParOf" srcId="{8157668A-7C26-4766-A848-F7AACCB6A7A7}" destId="{35BAD8A5-3970-4F36-90F0-65B9E96E3DDB}" srcOrd="2" destOrd="0" presId="urn:microsoft.com/office/officeart/2005/8/layout/orgChart1"/>
    <dgm:cxn modelId="{EEBE5F2C-8F40-47C2-9743-CB0FF0E7273B}" type="presParOf" srcId="{FB4B183A-C685-4ADA-99F0-CAF487B33B3A}" destId="{807FB296-1A54-4E8C-A3B0-01C193E79F54}" srcOrd="2" destOrd="0" presId="urn:microsoft.com/office/officeart/2005/8/layout/orgChart1"/>
    <dgm:cxn modelId="{40A03420-F1F6-4587-9068-1AF82BA8D854}" type="presParOf" srcId="{FF4B645D-2CF2-4054-A22E-625D01FAE067}" destId="{25B23115-67CC-4436-B13E-8ABFE06E2937}" srcOrd="2" destOrd="0" presId="urn:microsoft.com/office/officeart/2005/8/layout/orgChart1"/>
    <dgm:cxn modelId="{8DA80064-156A-407F-B3FA-72998428E876}" type="presParOf" srcId="{FF4B645D-2CF2-4054-A22E-625D01FAE067}" destId="{19D5CEC6-CA45-49FF-AE53-E37991F98849}" srcOrd="3" destOrd="0" presId="urn:microsoft.com/office/officeart/2005/8/layout/orgChart1"/>
    <dgm:cxn modelId="{D0DD3C43-A83D-4772-8FEF-D2AD0C009236}" type="presParOf" srcId="{19D5CEC6-CA45-49FF-AE53-E37991F98849}" destId="{A5D361B6-3A9C-4564-91D1-8597092F5AF5}" srcOrd="0" destOrd="0" presId="urn:microsoft.com/office/officeart/2005/8/layout/orgChart1"/>
    <dgm:cxn modelId="{6DC70AE8-574C-4BD6-B935-10B4B20A6F1E}" type="presParOf" srcId="{A5D361B6-3A9C-4564-91D1-8597092F5AF5}" destId="{322E95AB-16D4-4F65-BE58-FA0959215C33}" srcOrd="0" destOrd="0" presId="urn:microsoft.com/office/officeart/2005/8/layout/orgChart1"/>
    <dgm:cxn modelId="{A86BE2E7-AB6D-49FF-8872-0FD75E7AE912}" type="presParOf" srcId="{A5D361B6-3A9C-4564-91D1-8597092F5AF5}" destId="{747A28FB-03A6-4A18-8B86-646DD0E30406}" srcOrd="1" destOrd="0" presId="urn:microsoft.com/office/officeart/2005/8/layout/orgChart1"/>
    <dgm:cxn modelId="{0BADEF62-12C6-4623-A0E5-D842B1218552}" type="presParOf" srcId="{19D5CEC6-CA45-49FF-AE53-E37991F98849}" destId="{D288A671-20FE-4F55-B21B-1FC546CE1E4A}" srcOrd="1" destOrd="0" presId="urn:microsoft.com/office/officeart/2005/8/layout/orgChart1"/>
    <dgm:cxn modelId="{AE5B8060-1DBC-4E13-B358-8D1E9013BF41}" type="presParOf" srcId="{D288A671-20FE-4F55-B21B-1FC546CE1E4A}" destId="{FB36457C-325F-4D5E-A3F4-2088FB210398}" srcOrd="0" destOrd="0" presId="urn:microsoft.com/office/officeart/2005/8/layout/orgChart1"/>
    <dgm:cxn modelId="{4C87B725-C2E1-4AF5-8266-E0E63EA24572}" type="presParOf" srcId="{D288A671-20FE-4F55-B21B-1FC546CE1E4A}" destId="{D295552F-9DC6-4D4B-BC9B-8B1288F65FE8}" srcOrd="1" destOrd="0" presId="urn:microsoft.com/office/officeart/2005/8/layout/orgChart1"/>
    <dgm:cxn modelId="{F0F280E9-70EC-4D6F-B327-224D7C1EFBA4}" type="presParOf" srcId="{D295552F-9DC6-4D4B-BC9B-8B1288F65FE8}" destId="{AC482CC5-9964-4C80-AC75-DB409ADB9DF3}" srcOrd="0" destOrd="0" presId="urn:microsoft.com/office/officeart/2005/8/layout/orgChart1"/>
    <dgm:cxn modelId="{1B4FED1C-5E07-4B88-A0E8-8123B00BFE16}" type="presParOf" srcId="{AC482CC5-9964-4C80-AC75-DB409ADB9DF3}" destId="{AA2388E4-7877-416F-A262-11D619BDD601}" srcOrd="0" destOrd="0" presId="urn:microsoft.com/office/officeart/2005/8/layout/orgChart1"/>
    <dgm:cxn modelId="{9731CD8C-0C1F-48C0-ACDB-B726880A87ED}" type="presParOf" srcId="{AC482CC5-9964-4C80-AC75-DB409ADB9DF3}" destId="{4E6068A5-D657-4CA1-AD18-0CDBE5EFD005}" srcOrd="1" destOrd="0" presId="urn:microsoft.com/office/officeart/2005/8/layout/orgChart1"/>
    <dgm:cxn modelId="{690F0064-317F-41B4-A89D-4742D1BE3902}" type="presParOf" srcId="{D295552F-9DC6-4D4B-BC9B-8B1288F65FE8}" destId="{7CA65D05-BD3D-4CF1-94CD-F18095053766}" srcOrd="1" destOrd="0" presId="urn:microsoft.com/office/officeart/2005/8/layout/orgChart1"/>
    <dgm:cxn modelId="{27190073-324B-42D9-8F73-299B3C79102F}" type="presParOf" srcId="{D295552F-9DC6-4D4B-BC9B-8B1288F65FE8}" destId="{BA2F4BAD-3BB1-4A1F-B11F-BA74A82EB29D}" srcOrd="2" destOrd="0" presId="urn:microsoft.com/office/officeart/2005/8/layout/orgChart1"/>
    <dgm:cxn modelId="{4DCFA23B-F834-42A4-A010-A2FEB4F0ADF8}" type="presParOf" srcId="{D288A671-20FE-4F55-B21B-1FC546CE1E4A}" destId="{C40976A0-94D7-43B8-9FF6-AEC5DF705B8F}" srcOrd="2" destOrd="0" presId="urn:microsoft.com/office/officeart/2005/8/layout/orgChart1"/>
    <dgm:cxn modelId="{BF0E9AED-B644-4956-A89A-9427FCAA940E}" type="presParOf" srcId="{D288A671-20FE-4F55-B21B-1FC546CE1E4A}" destId="{0974A1B5-0E9E-4D0D-980D-F83EA37D7675}" srcOrd="3" destOrd="0" presId="urn:microsoft.com/office/officeart/2005/8/layout/orgChart1"/>
    <dgm:cxn modelId="{DC6159E8-A479-43E8-B2E9-470DB6274C28}" type="presParOf" srcId="{0974A1B5-0E9E-4D0D-980D-F83EA37D7675}" destId="{FB38DB28-CDE4-4D85-8935-16FA2CBB9679}" srcOrd="0" destOrd="0" presId="urn:microsoft.com/office/officeart/2005/8/layout/orgChart1"/>
    <dgm:cxn modelId="{44DF990E-5FD7-4627-A354-1A2DC1FC5C7D}" type="presParOf" srcId="{FB38DB28-CDE4-4D85-8935-16FA2CBB9679}" destId="{BB2D97E6-93F0-47FA-9D85-0DF6BBF8D024}" srcOrd="0" destOrd="0" presId="urn:microsoft.com/office/officeart/2005/8/layout/orgChart1"/>
    <dgm:cxn modelId="{5AC72D3E-3E37-4056-B39B-9A241D1027AF}" type="presParOf" srcId="{FB38DB28-CDE4-4D85-8935-16FA2CBB9679}" destId="{6573EDCC-6EA0-49AD-8307-067BA322599D}" srcOrd="1" destOrd="0" presId="urn:microsoft.com/office/officeart/2005/8/layout/orgChart1"/>
    <dgm:cxn modelId="{0CF21DA8-C61D-482D-A472-B5594AE63718}" type="presParOf" srcId="{0974A1B5-0E9E-4D0D-980D-F83EA37D7675}" destId="{F50ACFF3-D1FE-4838-ACC6-68EDE803BE97}" srcOrd="1" destOrd="0" presId="urn:microsoft.com/office/officeart/2005/8/layout/orgChart1"/>
    <dgm:cxn modelId="{748AE7E7-2AA2-43FF-BE09-FCB025B1B9B8}" type="presParOf" srcId="{0974A1B5-0E9E-4D0D-980D-F83EA37D7675}" destId="{91B9EE7A-1775-4506-9C31-C65A2E2AC395}" srcOrd="2" destOrd="0" presId="urn:microsoft.com/office/officeart/2005/8/layout/orgChart1"/>
    <dgm:cxn modelId="{CB4CC440-EF07-446B-BF09-182B44064727}" type="presParOf" srcId="{19D5CEC6-CA45-49FF-AE53-E37991F98849}" destId="{482DF7F7-4CF4-400C-A6A4-25F3EF360DF6}" srcOrd="2" destOrd="0" presId="urn:microsoft.com/office/officeart/2005/8/layout/orgChart1"/>
    <dgm:cxn modelId="{6E8C373D-530D-4472-B57E-614CE8A40F9A}" type="presParOf" srcId="{FF4B645D-2CF2-4054-A22E-625D01FAE067}" destId="{37B3AA9D-B14D-41FE-912D-43AA5C742677}" srcOrd="4" destOrd="0" presId="urn:microsoft.com/office/officeart/2005/8/layout/orgChart1"/>
    <dgm:cxn modelId="{76B124FF-E2B1-4730-8993-A56C78960621}" type="presParOf" srcId="{FF4B645D-2CF2-4054-A22E-625D01FAE067}" destId="{183148C7-E0A0-42E3-AD21-8A596D971CDB}" srcOrd="5" destOrd="0" presId="urn:microsoft.com/office/officeart/2005/8/layout/orgChart1"/>
    <dgm:cxn modelId="{41CD32E8-7E8D-4627-B39E-1A39FFD10B3F}" type="presParOf" srcId="{183148C7-E0A0-42E3-AD21-8A596D971CDB}" destId="{60B3DF7A-DE99-46F1-921C-B8747EEB50E2}" srcOrd="0" destOrd="0" presId="urn:microsoft.com/office/officeart/2005/8/layout/orgChart1"/>
    <dgm:cxn modelId="{FFD9571F-078D-4CEA-972B-F9F71409E7F4}" type="presParOf" srcId="{60B3DF7A-DE99-46F1-921C-B8747EEB50E2}" destId="{D099CB92-D1FE-40B1-8AB1-90B192E640B4}" srcOrd="0" destOrd="0" presId="urn:microsoft.com/office/officeart/2005/8/layout/orgChart1"/>
    <dgm:cxn modelId="{C7688DEA-F1F1-4FB8-843F-5FDFB2F2B72E}" type="presParOf" srcId="{60B3DF7A-DE99-46F1-921C-B8747EEB50E2}" destId="{01A81A2B-2B6A-4EDA-89BB-25FAD1026D53}" srcOrd="1" destOrd="0" presId="urn:microsoft.com/office/officeart/2005/8/layout/orgChart1"/>
    <dgm:cxn modelId="{9EED853A-BF20-4B77-A5E7-D0BC8971C888}" type="presParOf" srcId="{183148C7-E0A0-42E3-AD21-8A596D971CDB}" destId="{ECE0A6DE-5ADA-48F4-96AB-8B8A7282C215}" srcOrd="1" destOrd="0" presId="urn:microsoft.com/office/officeart/2005/8/layout/orgChart1"/>
    <dgm:cxn modelId="{92CE9964-8C7B-4DE4-BAB1-F7D447C2A391}" type="presParOf" srcId="{ECE0A6DE-5ADA-48F4-96AB-8B8A7282C215}" destId="{4FB4B663-DED5-4D68-99CC-BD12669F20DB}" srcOrd="0" destOrd="0" presId="urn:microsoft.com/office/officeart/2005/8/layout/orgChart1"/>
    <dgm:cxn modelId="{899251A5-15A0-401B-A78D-F62C21919350}" type="presParOf" srcId="{ECE0A6DE-5ADA-48F4-96AB-8B8A7282C215}" destId="{DAE3362C-6DA3-4C3C-9DA2-665A1E32B19F}" srcOrd="1" destOrd="0" presId="urn:microsoft.com/office/officeart/2005/8/layout/orgChart1"/>
    <dgm:cxn modelId="{415013B6-6B5B-4105-811E-3E797D70ED3C}" type="presParOf" srcId="{DAE3362C-6DA3-4C3C-9DA2-665A1E32B19F}" destId="{B73C9A5E-92B1-4B60-85A4-A7EFA8F7C6B4}" srcOrd="0" destOrd="0" presId="urn:microsoft.com/office/officeart/2005/8/layout/orgChart1"/>
    <dgm:cxn modelId="{66CC2A08-F05D-4AB8-9F54-9071C9A11983}" type="presParOf" srcId="{B73C9A5E-92B1-4B60-85A4-A7EFA8F7C6B4}" destId="{CED0AC24-240A-47E9-8F19-C1F5558C5893}" srcOrd="0" destOrd="0" presId="urn:microsoft.com/office/officeart/2005/8/layout/orgChart1"/>
    <dgm:cxn modelId="{0F376F61-04F1-4DDF-AFA3-AD415E240342}" type="presParOf" srcId="{B73C9A5E-92B1-4B60-85A4-A7EFA8F7C6B4}" destId="{A5D6447B-0037-41C0-93FC-FD23810F8B6F}" srcOrd="1" destOrd="0" presId="urn:microsoft.com/office/officeart/2005/8/layout/orgChart1"/>
    <dgm:cxn modelId="{AECC6A61-314C-4248-AA3C-46B0477C8A71}" type="presParOf" srcId="{DAE3362C-6DA3-4C3C-9DA2-665A1E32B19F}" destId="{AD6F947E-3707-41B0-81F5-DB7FC88FAB03}" srcOrd="1" destOrd="0" presId="urn:microsoft.com/office/officeart/2005/8/layout/orgChart1"/>
    <dgm:cxn modelId="{8FD29879-75A8-4E40-ABB0-32B5CF0299E0}" type="presParOf" srcId="{DAE3362C-6DA3-4C3C-9DA2-665A1E32B19F}" destId="{3AE09F5D-10BF-4D5C-81E9-F62F8089F46B}" srcOrd="2" destOrd="0" presId="urn:microsoft.com/office/officeart/2005/8/layout/orgChart1"/>
    <dgm:cxn modelId="{53DEABAF-3660-4F70-845D-4F2AEE031747}" type="presParOf" srcId="{ECE0A6DE-5ADA-48F4-96AB-8B8A7282C215}" destId="{CB7E7421-E3D7-4017-8CCA-BC9F067FD6E5}" srcOrd="2" destOrd="0" presId="urn:microsoft.com/office/officeart/2005/8/layout/orgChart1"/>
    <dgm:cxn modelId="{9BE1CADB-5B39-424C-93B4-70C3B4FDC02A}" type="presParOf" srcId="{ECE0A6DE-5ADA-48F4-96AB-8B8A7282C215}" destId="{87BA7467-E460-4C46-82B0-A020021B8C2E}" srcOrd="3" destOrd="0" presId="urn:microsoft.com/office/officeart/2005/8/layout/orgChart1"/>
    <dgm:cxn modelId="{697BDA75-A1F2-45C0-96D5-DAB3CEFF81D8}" type="presParOf" srcId="{87BA7467-E460-4C46-82B0-A020021B8C2E}" destId="{5C0EAB11-FD71-4A8B-92C2-C81A7C3411C8}" srcOrd="0" destOrd="0" presId="urn:microsoft.com/office/officeart/2005/8/layout/orgChart1"/>
    <dgm:cxn modelId="{92E115FA-007F-41C6-9A25-58189706BBCF}" type="presParOf" srcId="{5C0EAB11-FD71-4A8B-92C2-C81A7C3411C8}" destId="{00CD94EC-1966-4FD7-B664-7DA9665FD325}" srcOrd="0" destOrd="0" presId="urn:microsoft.com/office/officeart/2005/8/layout/orgChart1"/>
    <dgm:cxn modelId="{18614315-7F33-4F4D-B7A4-97DA57D50DA4}" type="presParOf" srcId="{5C0EAB11-FD71-4A8B-92C2-C81A7C3411C8}" destId="{31DFFB23-39EC-44DB-8CBB-9ED1EE6D5512}" srcOrd="1" destOrd="0" presId="urn:microsoft.com/office/officeart/2005/8/layout/orgChart1"/>
    <dgm:cxn modelId="{2ADA5346-0C08-4E7C-855E-224246F21CCE}" type="presParOf" srcId="{87BA7467-E460-4C46-82B0-A020021B8C2E}" destId="{EBA111A3-5B46-47AB-97E5-976B39C62EEB}" srcOrd="1" destOrd="0" presId="urn:microsoft.com/office/officeart/2005/8/layout/orgChart1"/>
    <dgm:cxn modelId="{B5AD90ED-458F-405B-9253-EE5FBD7A3BD9}" type="presParOf" srcId="{87BA7467-E460-4C46-82B0-A020021B8C2E}" destId="{9CD6E36F-1E50-4AE8-A58C-E6B4FDBB72B4}" srcOrd="2" destOrd="0" presId="urn:microsoft.com/office/officeart/2005/8/layout/orgChart1"/>
    <dgm:cxn modelId="{411FD383-A3A2-4E65-9744-631835AE4982}" type="presParOf" srcId="{ECE0A6DE-5ADA-48F4-96AB-8B8A7282C215}" destId="{6501C7C8-4DE4-40FB-A9C5-912393B34C7F}" srcOrd="4" destOrd="0" presId="urn:microsoft.com/office/officeart/2005/8/layout/orgChart1"/>
    <dgm:cxn modelId="{AAD8484A-0FA8-460B-9961-06F096DDBBEE}" type="presParOf" srcId="{ECE0A6DE-5ADA-48F4-96AB-8B8A7282C215}" destId="{507D507F-3F7F-4206-A935-D1F30F658F89}" srcOrd="5" destOrd="0" presId="urn:microsoft.com/office/officeart/2005/8/layout/orgChart1"/>
    <dgm:cxn modelId="{265559C8-FAC3-4669-8C38-77CF25968BAD}" type="presParOf" srcId="{507D507F-3F7F-4206-A935-D1F30F658F89}" destId="{05848378-A4A9-42D5-B5D4-2B931DA2F548}" srcOrd="0" destOrd="0" presId="urn:microsoft.com/office/officeart/2005/8/layout/orgChart1"/>
    <dgm:cxn modelId="{A7E8B974-74E7-4177-B5E5-EFC356154134}" type="presParOf" srcId="{05848378-A4A9-42D5-B5D4-2B931DA2F548}" destId="{28716FCB-E4E3-40A7-9A8C-120EED155EF3}" srcOrd="0" destOrd="0" presId="urn:microsoft.com/office/officeart/2005/8/layout/orgChart1"/>
    <dgm:cxn modelId="{AF929B15-CC2F-4641-A189-4E5E31BC4F00}" type="presParOf" srcId="{05848378-A4A9-42D5-B5D4-2B931DA2F548}" destId="{39A69BD2-5C16-4870-83AE-C3ED83A49067}" srcOrd="1" destOrd="0" presId="urn:microsoft.com/office/officeart/2005/8/layout/orgChart1"/>
    <dgm:cxn modelId="{FF753D53-6715-430D-8286-8CD1463A7691}" type="presParOf" srcId="{507D507F-3F7F-4206-A935-D1F30F658F89}" destId="{30AEE02E-A95F-4830-B80D-5DFDE0BAB7A7}" srcOrd="1" destOrd="0" presId="urn:microsoft.com/office/officeart/2005/8/layout/orgChart1"/>
    <dgm:cxn modelId="{03D4735E-FEFD-425D-8AD6-293A8B36467E}" type="presParOf" srcId="{507D507F-3F7F-4206-A935-D1F30F658F89}" destId="{68792A71-212E-479B-8D74-23BF40D91897}" srcOrd="2" destOrd="0" presId="urn:microsoft.com/office/officeart/2005/8/layout/orgChart1"/>
    <dgm:cxn modelId="{82029860-BEBB-42CD-B9F9-5CBF1B882DBC}" type="presParOf" srcId="{183148C7-E0A0-42E3-AD21-8A596D971CDB}" destId="{0E1A5F98-5965-453E-878E-E122DD922F4B}" srcOrd="2" destOrd="0" presId="urn:microsoft.com/office/officeart/2005/8/layout/orgChart1"/>
    <dgm:cxn modelId="{D49C95B8-A5A8-4ED6-B9D0-F6527C66C3DE}" type="presParOf" srcId="{FF4B645D-2CF2-4054-A22E-625D01FAE067}" destId="{DB2C9C99-4E6C-4829-B9BC-184355AF852B}" srcOrd="6" destOrd="0" presId="urn:microsoft.com/office/officeart/2005/8/layout/orgChart1"/>
    <dgm:cxn modelId="{42FC22F0-CEA5-42B7-B213-B6ADDCD766CF}" type="presParOf" srcId="{FF4B645D-2CF2-4054-A22E-625D01FAE067}" destId="{9856F4B8-6ED7-45CD-BC59-A14DBE219901}" srcOrd="7" destOrd="0" presId="urn:microsoft.com/office/officeart/2005/8/layout/orgChart1"/>
    <dgm:cxn modelId="{42E3D14F-366D-462C-8300-1ECB3E9844D6}" type="presParOf" srcId="{9856F4B8-6ED7-45CD-BC59-A14DBE219901}" destId="{40309E62-AA24-4A33-89CF-EE2FE1D8F7A8}" srcOrd="0" destOrd="0" presId="urn:microsoft.com/office/officeart/2005/8/layout/orgChart1"/>
    <dgm:cxn modelId="{9603FDF5-52FA-4E29-AAE2-D4A791AAC910}" type="presParOf" srcId="{40309E62-AA24-4A33-89CF-EE2FE1D8F7A8}" destId="{F2A92E28-4CE0-4672-96A3-0BAC00E1BB41}" srcOrd="0" destOrd="0" presId="urn:microsoft.com/office/officeart/2005/8/layout/orgChart1"/>
    <dgm:cxn modelId="{E52D5317-AD7B-4917-846B-04217D143085}" type="presParOf" srcId="{40309E62-AA24-4A33-89CF-EE2FE1D8F7A8}" destId="{1ACC0639-DB76-4FE9-9EB1-97D5AABE58FF}" srcOrd="1" destOrd="0" presId="urn:microsoft.com/office/officeart/2005/8/layout/orgChart1"/>
    <dgm:cxn modelId="{135D1729-E198-4D4D-ADE8-5718E9D9E0AF}" type="presParOf" srcId="{9856F4B8-6ED7-45CD-BC59-A14DBE219901}" destId="{C522A202-2F22-4DB1-ACA8-1092285683F5}" srcOrd="1" destOrd="0" presId="urn:microsoft.com/office/officeart/2005/8/layout/orgChart1"/>
    <dgm:cxn modelId="{EDDAC7F3-3DD0-4899-B842-377804F02C0A}" type="presParOf" srcId="{C522A202-2F22-4DB1-ACA8-1092285683F5}" destId="{CA5A29A7-1A2A-44A7-A9BE-EC1123F286A6}" srcOrd="0" destOrd="0" presId="urn:microsoft.com/office/officeart/2005/8/layout/orgChart1"/>
    <dgm:cxn modelId="{8282C986-CB47-409B-9511-225AAE1A127A}" type="presParOf" srcId="{C522A202-2F22-4DB1-ACA8-1092285683F5}" destId="{664D46FD-2E37-4D68-9CBA-DFF84DBBB939}" srcOrd="1" destOrd="0" presId="urn:microsoft.com/office/officeart/2005/8/layout/orgChart1"/>
    <dgm:cxn modelId="{3F4E4234-43F7-4D6F-8E3A-D3A40EFF9033}" type="presParOf" srcId="{664D46FD-2E37-4D68-9CBA-DFF84DBBB939}" destId="{0BBB0FE2-FED5-4979-93A5-10560F5C13D6}" srcOrd="0" destOrd="0" presId="urn:microsoft.com/office/officeart/2005/8/layout/orgChart1"/>
    <dgm:cxn modelId="{BE6DA6E9-C1B2-43C3-AC2E-483C9127551C}" type="presParOf" srcId="{0BBB0FE2-FED5-4979-93A5-10560F5C13D6}" destId="{4D635F76-7C93-4E1A-BC7D-A5D67F147C22}" srcOrd="0" destOrd="0" presId="urn:microsoft.com/office/officeart/2005/8/layout/orgChart1"/>
    <dgm:cxn modelId="{05EC363E-F528-4A17-8564-E7B481AD8E12}" type="presParOf" srcId="{0BBB0FE2-FED5-4979-93A5-10560F5C13D6}" destId="{FD8CA16D-8FB4-41C3-B84E-995A61597A35}" srcOrd="1" destOrd="0" presId="urn:microsoft.com/office/officeart/2005/8/layout/orgChart1"/>
    <dgm:cxn modelId="{450DD90C-9BE8-471D-8DE6-2071C14B37B2}" type="presParOf" srcId="{664D46FD-2E37-4D68-9CBA-DFF84DBBB939}" destId="{90971FBD-1935-4AFE-A7C5-EF9884F42DC1}" srcOrd="1" destOrd="0" presId="urn:microsoft.com/office/officeart/2005/8/layout/orgChart1"/>
    <dgm:cxn modelId="{B7051193-C4A6-43E0-B7A1-FD2F66ABD19E}" type="presParOf" srcId="{664D46FD-2E37-4D68-9CBA-DFF84DBBB939}" destId="{067DEA3D-5232-46AB-AB58-57A5FFCD1737}" srcOrd="2" destOrd="0" presId="urn:microsoft.com/office/officeart/2005/8/layout/orgChart1"/>
    <dgm:cxn modelId="{47A10B4A-7F63-4529-AA56-A3B283A06CE9}" type="presParOf" srcId="{C522A202-2F22-4DB1-ACA8-1092285683F5}" destId="{77105F7A-302E-47EC-9E08-136EAF74143F}" srcOrd="2" destOrd="0" presId="urn:microsoft.com/office/officeart/2005/8/layout/orgChart1"/>
    <dgm:cxn modelId="{19E8EF58-4B46-4D12-837B-70B709A0DB85}" type="presParOf" srcId="{C522A202-2F22-4DB1-ACA8-1092285683F5}" destId="{338DA4E0-2CE3-4C71-8604-953D6D38B224}" srcOrd="3" destOrd="0" presId="urn:microsoft.com/office/officeart/2005/8/layout/orgChart1"/>
    <dgm:cxn modelId="{6D948DA4-3A1F-463F-997C-3DCA54B63C24}" type="presParOf" srcId="{338DA4E0-2CE3-4C71-8604-953D6D38B224}" destId="{4A99BAD5-280F-42A0-852A-C6AB63675668}" srcOrd="0" destOrd="0" presId="urn:microsoft.com/office/officeart/2005/8/layout/orgChart1"/>
    <dgm:cxn modelId="{1E69B524-2EA2-49FC-AC72-0F0840B84E02}" type="presParOf" srcId="{4A99BAD5-280F-42A0-852A-C6AB63675668}" destId="{619E2062-5BE4-4F96-BEBD-ADCB61BDDD52}" srcOrd="0" destOrd="0" presId="urn:microsoft.com/office/officeart/2005/8/layout/orgChart1"/>
    <dgm:cxn modelId="{7BD512C1-3B5F-4D13-B175-75329C4428D7}" type="presParOf" srcId="{4A99BAD5-280F-42A0-852A-C6AB63675668}" destId="{20CDB598-CD16-45BF-8ED1-FD6AA6505BF9}" srcOrd="1" destOrd="0" presId="urn:microsoft.com/office/officeart/2005/8/layout/orgChart1"/>
    <dgm:cxn modelId="{C2D7A904-9888-43C4-853B-E059F35E96CA}" type="presParOf" srcId="{338DA4E0-2CE3-4C71-8604-953D6D38B224}" destId="{C8454D7B-BC83-47F4-B90A-BF7CDAB05B23}" srcOrd="1" destOrd="0" presId="urn:microsoft.com/office/officeart/2005/8/layout/orgChart1"/>
    <dgm:cxn modelId="{39A0AE2B-A406-43F6-BEB3-E61634C067EF}" type="presParOf" srcId="{338DA4E0-2CE3-4C71-8604-953D6D38B224}" destId="{8F6D4856-97BE-4E6A-90B5-9FB0A9CBEA80}" srcOrd="2" destOrd="0" presId="urn:microsoft.com/office/officeart/2005/8/layout/orgChart1"/>
    <dgm:cxn modelId="{70B45669-5D6F-438E-AECA-EB8E4C4B9E33}" type="presParOf" srcId="{9856F4B8-6ED7-45CD-BC59-A14DBE219901}" destId="{429AEAFA-871F-4FF4-AAF2-A8477D9344BA}" srcOrd="2" destOrd="0" presId="urn:microsoft.com/office/officeart/2005/8/layout/orgChart1"/>
    <dgm:cxn modelId="{9EE697A5-3A3A-4EC2-800E-676939B0F33D}" type="presParOf" srcId="{DD686AD6-8A64-4828-B758-D074EB14BB31}" destId="{5FFA999F-EB8B-4E50-93B3-F1A8A810CD7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258551-B25A-4FA8-A50C-8F85297C890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E4F1CC1-197D-4FE4-A2B8-8B53BCF750A7}">
      <dgm:prSet/>
      <dgm:spPr/>
      <dgm:t>
        <a:bodyPr/>
        <a:lstStyle/>
        <a:p>
          <a:r>
            <a:rPr lang="en-US"/>
            <a:t>gost (GO Simple Tunnel) is a simple tunnel written in golang.</a:t>
          </a:r>
        </a:p>
      </dgm:t>
    </dgm:pt>
    <dgm:pt modelId="{3352B3F6-1024-4916-92D3-C9607F1C0BA4}" type="parTrans" cxnId="{8EF7AB0A-D027-426E-A54D-4619F0F290F7}">
      <dgm:prSet/>
      <dgm:spPr/>
      <dgm:t>
        <a:bodyPr/>
        <a:lstStyle/>
        <a:p>
          <a:endParaRPr lang="en-US"/>
        </a:p>
      </dgm:t>
    </dgm:pt>
    <dgm:pt modelId="{585FF9B8-6456-4D72-91D7-B18DE3CC6345}" type="sibTrans" cxnId="{8EF7AB0A-D027-426E-A54D-4619F0F290F7}">
      <dgm:prSet/>
      <dgm:spPr/>
      <dgm:t>
        <a:bodyPr/>
        <a:lstStyle/>
        <a:p>
          <a:endParaRPr lang="en-US"/>
        </a:p>
      </dgm:t>
    </dgm:pt>
    <dgm:pt modelId="{0AC3A3D3-81A0-4795-A5EB-24BA09998A32}">
      <dgm:prSet/>
      <dgm:spPr/>
      <dgm:t>
        <a:bodyPr/>
        <a:lstStyle/>
        <a:p>
          <a:r>
            <a:rPr lang="en-US"/>
            <a:t>Untrusted input, sourced from a HTTP header, is compared directly with a secret. Since this comparison is not secure, an attacker can mount a side-channel timing attack to guess the password. </a:t>
          </a:r>
        </a:p>
      </dgm:t>
    </dgm:pt>
    <dgm:pt modelId="{172C5354-C51F-45F5-B110-053711E4F730}" type="parTrans" cxnId="{0B3AF4E6-135C-451F-B9EA-4EAD5EC271CD}">
      <dgm:prSet/>
      <dgm:spPr/>
      <dgm:t>
        <a:bodyPr/>
        <a:lstStyle/>
        <a:p>
          <a:endParaRPr lang="en-US"/>
        </a:p>
      </dgm:t>
    </dgm:pt>
    <dgm:pt modelId="{A0290C1D-A284-417E-A2D4-6AA16FE628F5}" type="sibTrans" cxnId="{0B3AF4E6-135C-451F-B9EA-4EAD5EC271CD}">
      <dgm:prSet/>
      <dgm:spPr/>
      <dgm:t>
        <a:bodyPr/>
        <a:lstStyle/>
        <a:p>
          <a:endParaRPr lang="en-US"/>
        </a:p>
      </dgm:t>
    </dgm:pt>
    <dgm:pt modelId="{EB8C89CD-8F2B-4525-B4EF-9F8D0BB4C183}" type="pres">
      <dgm:prSet presAssocID="{06258551-B25A-4FA8-A50C-8F85297C8907}" presName="root" presStyleCnt="0">
        <dgm:presLayoutVars>
          <dgm:dir/>
          <dgm:resizeHandles val="exact"/>
        </dgm:presLayoutVars>
      </dgm:prSet>
      <dgm:spPr/>
    </dgm:pt>
    <dgm:pt modelId="{E322ABED-2FF1-4F8E-B345-2303C71F8F99}" type="pres">
      <dgm:prSet presAssocID="{BE4F1CC1-197D-4FE4-A2B8-8B53BCF750A7}" presName="compNode" presStyleCnt="0"/>
      <dgm:spPr/>
    </dgm:pt>
    <dgm:pt modelId="{5E05981B-0493-48EB-B895-70EBD2BC8A15}" type="pres">
      <dgm:prSet presAssocID="{BE4F1CC1-197D-4FE4-A2B8-8B53BCF750A7}" presName="bgRect" presStyleLbl="bgShp" presStyleIdx="0" presStyleCnt="2"/>
      <dgm:spPr/>
    </dgm:pt>
    <dgm:pt modelId="{47739827-0AFF-4A11-8105-99A85EDCE77B}" type="pres">
      <dgm:prSet presAssocID="{BE4F1CC1-197D-4FE4-A2B8-8B53BCF750A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231846F3-08DD-40E5-A2D8-E002550DCDA3}" type="pres">
      <dgm:prSet presAssocID="{BE4F1CC1-197D-4FE4-A2B8-8B53BCF750A7}" presName="spaceRect" presStyleCnt="0"/>
      <dgm:spPr/>
    </dgm:pt>
    <dgm:pt modelId="{09B47314-D624-40BF-8166-E63B99E87197}" type="pres">
      <dgm:prSet presAssocID="{BE4F1CC1-197D-4FE4-A2B8-8B53BCF750A7}" presName="parTx" presStyleLbl="revTx" presStyleIdx="0" presStyleCnt="2">
        <dgm:presLayoutVars>
          <dgm:chMax val="0"/>
          <dgm:chPref val="0"/>
        </dgm:presLayoutVars>
      </dgm:prSet>
      <dgm:spPr/>
    </dgm:pt>
    <dgm:pt modelId="{0A5ACE66-DE95-40C7-BDB1-910BA3685E07}" type="pres">
      <dgm:prSet presAssocID="{585FF9B8-6456-4D72-91D7-B18DE3CC6345}" presName="sibTrans" presStyleCnt="0"/>
      <dgm:spPr/>
    </dgm:pt>
    <dgm:pt modelId="{0D662065-F1FA-481F-90FD-AD251D4AD06C}" type="pres">
      <dgm:prSet presAssocID="{0AC3A3D3-81A0-4795-A5EB-24BA09998A32}" presName="compNode" presStyleCnt="0"/>
      <dgm:spPr/>
    </dgm:pt>
    <dgm:pt modelId="{6C464D21-33DF-4A6F-9DC9-CD89941221AD}" type="pres">
      <dgm:prSet presAssocID="{0AC3A3D3-81A0-4795-A5EB-24BA09998A32}" presName="bgRect" presStyleLbl="bgShp" presStyleIdx="1" presStyleCnt="2"/>
      <dgm:spPr/>
    </dgm:pt>
    <dgm:pt modelId="{885C3300-7AFB-4DE7-8E12-58F20D8CB728}" type="pres">
      <dgm:prSet presAssocID="{0AC3A3D3-81A0-4795-A5EB-24BA09998A3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F0ED4B93-FD89-40E2-A1B4-B78FD1F2D2E1}" type="pres">
      <dgm:prSet presAssocID="{0AC3A3D3-81A0-4795-A5EB-24BA09998A32}" presName="spaceRect" presStyleCnt="0"/>
      <dgm:spPr/>
    </dgm:pt>
    <dgm:pt modelId="{6AF9B817-EC43-44AB-B886-729628457351}" type="pres">
      <dgm:prSet presAssocID="{0AC3A3D3-81A0-4795-A5EB-24BA09998A32}" presName="parTx" presStyleLbl="revTx" presStyleIdx="1" presStyleCnt="2">
        <dgm:presLayoutVars>
          <dgm:chMax val="0"/>
          <dgm:chPref val="0"/>
        </dgm:presLayoutVars>
      </dgm:prSet>
      <dgm:spPr/>
    </dgm:pt>
  </dgm:ptLst>
  <dgm:cxnLst>
    <dgm:cxn modelId="{8EF7AB0A-D027-426E-A54D-4619F0F290F7}" srcId="{06258551-B25A-4FA8-A50C-8F85297C8907}" destId="{BE4F1CC1-197D-4FE4-A2B8-8B53BCF750A7}" srcOrd="0" destOrd="0" parTransId="{3352B3F6-1024-4916-92D3-C9607F1C0BA4}" sibTransId="{585FF9B8-6456-4D72-91D7-B18DE3CC6345}"/>
    <dgm:cxn modelId="{3F2FFE11-139D-416D-8529-C920FD607404}" type="presOf" srcId="{06258551-B25A-4FA8-A50C-8F85297C8907}" destId="{EB8C89CD-8F2B-4525-B4EF-9F8D0BB4C183}" srcOrd="0" destOrd="0" presId="urn:microsoft.com/office/officeart/2018/2/layout/IconVerticalSolidList"/>
    <dgm:cxn modelId="{F1B2D76B-C03A-406F-9595-10556914C505}" type="presOf" srcId="{0AC3A3D3-81A0-4795-A5EB-24BA09998A32}" destId="{6AF9B817-EC43-44AB-B886-729628457351}" srcOrd="0" destOrd="0" presId="urn:microsoft.com/office/officeart/2018/2/layout/IconVerticalSolidList"/>
    <dgm:cxn modelId="{0B3AF4E6-135C-451F-B9EA-4EAD5EC271CD}" srcId="{06258551-B25A-4FA8-A50C-8F85297C8907}" destId="{0AC3A3D3-81A0-4795-A5EB-24BA09998A32}" srcOrd="1" destOrd="0" parTransId="{172C5354-C51F-45F5-B110-053711E4F730}" sibTransId="{A0290C1D-A284-417E-A2D4-6AA16FE628F5}"/>
    <dgm:cxn modelId="{293A7CEC-269A-4686-8543-35014BF0EF18}" type="presOf" srcId="{BE4F1CC1-197D-4FE4-A2B8-8B53BCF750A7}" destId="{09B47314-D624-40BF-8166-E63B99E87197}" srcOrd="0" destOrd="0" presId="urn:microsoft.com/office/officeart/2018/2/layout/IconVerticalSolidList"/>
    <dgm:cxn modelId="{1E158B6B-E50F-4C62-86EF-6244749B71BF}" type="presParOf" srcId="{EB8C89CD-8F2B-4525-B4EF-9F8D0BB4C183}" destId="{E322ABED-2FF1-4F8E-B345-2303C71F8F99}" srcOrd="0" destOrd="0" presId="urn:microsoft.com/office/officeart/2018/2/layout/IconVerticalSolidList"/>
    <dgm:cxn modelId="{523CBD94-F9C2-4AC9-A1B9-6AB926C26556}" type="presParOf" srcId="{E322ABED-2FF1-4F8E-B345-2303C71F8F99}" destId="{5E05981B-0493-48EB-B895-70EBD2BC8A15}" srcOrd="0" destOrd="0" presId="urn:microsoft.com/office/officeart/2018/2/layout/IconVerticalSolidList"/>
    <dgm:cxn modelId="{A18C3E56-F6D0-472A-ADF5-D80A38B211DC}" type="presParOf" srcId="{E322ABED-2FF1-4F8E-B345-2303C71F8F99}" destId="{47739827-0AFF-4A11-8105-99A85EDCE77B}" srcOrd="1" destOrd="0" presId="urn:microsoft.com/office/officeart/2018/2/layout/IconVerticalSolidList"/>
    <dgm:cxn modelId="{D6847A75-53FA-4545-BD46-C2E6137CB28C}" type="presParOf" srcId="{E322ABED-2FF1-4F8E-B345-2303C71F8F99}" destId="{231846F3-08DD-40E5-A2D8-E002550DCDA3}" srcOrd="2" destOrd="0" presId="urn:microsoft.com/office/officeart/2018/2/layout/IconVerticalSolidList"/>
    <dgm:cxn modelId="{35BA377E-C916-4834-8A32-82EC16EAA3E0}" type="presParOf" srcId="{E322ABED-2FF1-4F8E-B345-2303C71F8F99}" destId="{09B47314-D624-40BF-8166-E63B99E87197}" srcOrd="3" destOrd="0" presId="urn:microsoft.com/office/officeart/2018/2/layout/IconVerticalSolidList"/>
    <dgm:cxn modelId="{67A6DF81-C70F-4891-8546-0024EC991F8D}" type="presParOf" srcId="{EB8C89CD-8F2B-4525-B4EF-9F8D0BB4C183}" destId="{0A5ACE66-DE95-40C7-BDB1-910BA3685E07}" srcOrd="1" destOrd="0" presId="urn:microsoft.com/office/officeart/2018/2/layout/IconVerticalSolidList"/>
    <dgm:cxn modelId="{21FFB547-3DC9-430E-9A80-A248FCCB380B}" type="presParOf" srcId="{EB8C89CD-8F2B-4525-B4EF-9F8D0BB4C183}" destId="{0D662065-F1FA-481F-90FD-AD251D4AD06C}" srcOrd="2" destOrd="0" presId="urn:microsoft.com/office/officeart/2018/2/layout/IconVerticalSolidList"/>
    <dgm:cxn modelId="{2178817E-CCA7-4EDB-8EB9-C1CCADF2E406}" type="presParOf" srcId="{0D662065-F1FA-481F-90FD-AD251D4AD06C}" destId="{6C464D21-33DF-4A6F-9DC9-CD89941221AD}" srcOrd="0" destOrd="0" presId="urn:microsoft.com/office/officeart/2018/2/layout/IconVerticalSolidList"/>
    <dgm:cxn modelId="{24310B4B-9FDB-4F83-B8AA-C4116AE2DDA4}" type="presParOf" srcId="{0D662065-F1FA-481F-90FD-AD251D4AD06C}" destId="{885C3300-7AFB-4DE7-8E12-58F20D8CB728}" srcOrd="1" destOrd="0" presId="urn:microsoft.com/office/officeart/2018/2/layout/IconVerticalSolidList"/>
    <dgm:cxn modelId="{711EEB9D-87CC-40FD-810B-E05B87EFB219}" type="presParOf" srcId="{0D662065-F1FA-481F-90FD-AD251D4AD06C}" destId="{F0ED4B93-FD89-40E2-A1B4-B78FD1F2D2E1}" srcOrd="2" destOrd="0" presId="urn:microsoft.com/office/officeart/2018/2/layout/IconVerticalSolidList"/>
    <dgm:cxn modelId="{B5C887C7-5FEB-4DAB-A0CA-C71B5792A3C5}" type="presParOf" srcId="{0D662065-F1FA-481F-90FD-AD251D4AD06C}" destId="{6AF9B817-EC43-44AB-B886-72962845735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A88E25-AF5F-4F39-9752-DC2D155DB4CE}">
      <dsp:nvSpPr>
        <dsp:cNvPr id="0" name=""/>
        <dsp:cNvSpPr/>
      </dsp:nvSpPr>
      <dsp:spPr>
        <a:xfrm>
          <a:off x="2241067" y="421181"/>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C955AB-7A83-44FE-9423-AE8F61F4CE54}">
      <dsp:nvSpPr>
        <dsp:cNvPr id="0" name=""/>
        <dsp:cNvSpPr/>
      </dsp:nvSpPr>
      <dsp:spPr>
        <a:xfrm>
          <a:off x="1053067" y="283537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Various Sources of Information are utilized that are beyond primary comminication</a:t>
          </a:r>
        </a:p>
      </dsp:txBody>
      <dsp:txXfrm>
        <a:off x="1053067" y="2835379"/>
        <a:ext cx="4320000" cy="720000"/>
      </dsp:txXfrm>
    </dsp:sp>
    <dsp:sp modelId="{FBF15768-AC5B-4E1D-AC31-16F585BDCF03}">
      <dsp:nvSpPr>
        <dsp:cNvPr id="0" name=""/>
        <dsp:cNvSpPr/>
      </dsp:nvSpPr>
      <dsp:spPr>
        <a:xfrm>
          <a:off x="7317067" y="421181"/>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547C07-586E-4ED9-9D5C-255FF629251C}">
      <dsp:nvSpPr>
        <dsp:cNvPr id="0" name=""/>
        <dsp:cNvSpPr/>
      </dsp:nvSpPr>
      <dsp:spPr>
        <a:xfrm>
          <a:off x="6129067" y="2835379"/>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Secure main data pathways but not consider others??</a:t>
          </a:r>
        </a:p>
      </dsp:txBody>
      <dsp:txXfrm>
        <a:off x="6129067" y="2835379"/>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C15092-D1FD-43DB-A618-5A68025A4B88}">
      <dsp:nvSpPr>
        <dsp:cNvPr id="0" name=""/>
        <dsp:cNvSpPr/>
      </dsp:nvSpPr>
      <dsp:spPr>
        <a:xfrm>
          <a:off x="0" y="640567"/>
          <a:ext cx="2441425" cy="146485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Encryption keys</a:t>
          </a:r>
        </a:p>
      </dsp:txBody>
      <dsp:txXfrm>
        <a:off x="0" y="640567"/>
        <a:ext cx="2441425" cy="1464855"/>
      </dsp:txXfrm>
    </dsp:sp>
    <dsp:sp modelId="{878DCC37-9419-4173-97AD-679B6843BE42}">
      <dsp:nvSpPr>
        <dsp:cNvPr id="0" name=""/>
        <dsp:cNvSpPr/>
      </dsp:nvSpPr>
      <dsp:spPr>
        <a:xfrm>
          <a:off x="2685568" y="640567"/>
          <a:ext cx="2441425" cy="146485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Passwords, or </a:t>
          </a:r>
        </a:p>
      </dsp:txBody>
      <dsp:txXfrm>
        <a:off x="2685568" y="640567"/>
        <a:ext cx="2441425" cy="1464855"/>
      </dsp:txXfrm>
    </dsp:sp>
    <dsp:sp modelId="{7187DA0A-238F-4D4F-9E9C-1D62ECF3E640}">
      <dsp:nvSpPr>
        <dsp:cNvPr id="0" name=""/>
        <dsp:cNvSpPr/>
      </dsp:nvSpPr>
      <dsp:spPr>
        <a:xfrm>
          <a:off x="5371136" y="640567"/>
          <a:ext cx="2441425" cy="146485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latin typeface="Posterama"/>
            </a:rPr>
            <a:t>Personal</a:t>
          </a:r>
          <a:r>
            <a:rPr lang="en-US" sz="2300" kern="1200"/>
            <a:t> identifiable Information(PII)</a:t>
          </a:r>
        </a:p>
      </dsp:txBody>
      <dsp:txXfrm>
        <a:off x="5371136" y="640567"/>
        <a:ext cx="2441425" cy="1464855"/>
      </dsp:txXfrm>
    </dsp:sp>
    <dsp:sp modelId="{D9393D56-FEF8-43B0-B46F-A8AD19E05D73}">
      <dsp:nvSpPr>
        <dsp:cNvPr id="0" name=""/>
        <dsp:cNvSpPr/>
      </dsp:nvSpPr>
      <dsp:spPr>
        <a:xfrm>
          <a:off x="0" y="2349565"/>
          <a:ext cx="2441425" cy="146485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Secret data</a:t>
          </a:r>
        </a:p>
      </dsp:txBody>
      <dsp:txXfrm>
        <a:off x="0" y="2349565"/>
        <a:ext cx="2441425" cy="1464855"/>
      </dsp:txXfrm>
    </dsp:sp>
    <dsp:sp modelId="{A3CC5077-DA66-4C2F-B614-5D1871DE628A}">
      <dsp:nvSpPr>
        <dsp:cNvPr id="0" name=""/>
        <dsp:cNvSpPr/>
      </dsp:nvSpPr>
      <dsp:spPr>
        <a:xfrm>
          <a:off x="2685568" y="2349565"/>
          <a:ext cx="2441425" cy="146485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User activity (visited websites, running programs, …)</a:t>
          </a:r>
        </a:p>
      </dsp:txBody>
      <dsp:txXfrm>
        <a:off x="2685568" y="2349565"/>
        <a:ext cx="2441425" cy="1464855"/>
      </dsp:txXfrm>
    </dsp:sp>
    <dsp:sp modelId="{5551B65A-5D40-4C77-9FD7-2D9FCA072D6F}">
      <dsp:nvSpPr>
        <dsp:cNvPr id="0" name=""/>
        <dsp:cNvSpPr/>
      </dsp:nvSpPr>
      <dsp:spPr>
        <a:xfrm>
          <a:off x="5371136" y="2349565"/>
          <a:ext cx="2441425" cy="146485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Keystroke Timings</a:t>
          </a:r>
        </a:p>
      </dsp:txBody>
      <dsp:txXfrm>
        <a:off x="5371136" y="2349565"/>
        <a:ext cx="2441425" cy="1464855"/>
      </dsp:txXfrm>
    </dsp:sp>
    <dsp:sp modelId="{F3D9DAF6-495B-4ACC-AD5E-C224F49BB767}">
      <dsp:nvSpPr>
        <dsp:cNvPr id="0" name=""/>
        <dsp:cNvSpPr/>
      </dsp:nvSpPr>
      <dsp:spPr>
        <a:xfrm>
          <a:off x="2685568" y="4058563"/>
          <a:ext cx="2441425" cy="146485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a:t>
          </a:r>
        </a:p>
      </dsp:txBody>
      <dsp:txXfrm>
        <a:off x="2685568" y="4058563"/>
        <a:ext cx="2441425" cy="14648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B337F-732D-4DDB-B195-F34E1414E74D}">
      <dsp:nvSpPr>
        <dsp:cNvPr id="0" name=""/>
        <dsp:cNvSpPr/>
      </dsp:nvSpPr>
      <dsp:spPr>
        <a:xfrm>
          <a:off x="3141" y="218049"/>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Power</a:t>
          </a:r>
        </a:p>
      </dsp:txBody>
      <dsp:txXfrm>
        <a:off x="3141" y="218049"/>
        <a:ext cx="2492390" cy="1495434"/>
      </dsp:txXfrm>
    </dsp:sp>
    <dsp:sp modelId="{3097FE02-EAF5-44F0-81BD-70DBF908CD11}">
      <dsp:nvSpPr>
        <dsp:cNvPr id="0" name=""/>
        <dsp:cNvSpPr/>
      </dsp:nvSpPr>
      <dsp:spPr>
        <a:xfrm>
          <a:off x="2744771" y="218049"/>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Time Electromagnetic Radiations</a:t>
          </a:r>
        </a:p>
      </dsp:txBody>
      <dsp:txXfrm>
        <a:off x="2744771" y="218049"/>
        <a:ext cx="2492390" cy="1495434"/>
      </dsp:txXfrm>
    </dsp:sp>
    <dsp:sp modelId="{B936BB20-C42A-4FC7-B769-807EB147A017}">
      <dsp:nvSpPr>
        <dsp:cNvPr id="0" name=""/>
        <dsp:cNvSpPr/>
      </dsp:nvSpPr>
      <dsp:spPr>
        <a:xfrm>
          <a:off x="5486401" y="218049"/>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Acoustic Cryptanalysis</a:t>
          </a:r>
        </a:p>
      </dsp:txBody>
      <dsp:txXfrm>
        <a:off x="5486401" y="218049"/>
        <a:ext cx="2492390" cy="1495434"/>
      </dsp:txXfrm>
    </dsp:sp>
    <dsp:sp modelId="{5D732090-F65F-4A8E-88A1-CD25537EAF75}">
      <dsp:nvSpPr>
        <dsp:cNvPr id="0" name=""/>
        <dsp:cNvSpPr/>
      </dsp:nvSpPr>
      <dsp:spPr>
        <a:xfrm>
          <a:off x="8228030" y="218049"/>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Cache-Based Attacks</a:t>
          </a:r>
        </a:p>
      </dsp:txBody>
      <dsp:txXfrm>
        <a:off x="8228030" y="218049"/>
        <a:ext cx="2492390" cy="1495434"/>
      </dsp:txXfrm>
    </dsp:sp>
    <dsp:sp modelId="{0FCF66FE-9B73-4A44-8826-C7C056E91E88}">
      <dsp:nvSpPr>
        <dsp:cNvPr id="0" name=""/>
        <dsp:cNvSpPr/>
      </dsp:nvSpPr>
      <dsp:spPr>
        <a:xfrm>
          <a:off x="3141" y="1962722"/>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Rowhammer</a:t>
          </a:r>
          <a:r>
            <a:rPr lang="en-US" sz="2400" kern="1200"/>
            <a:t> Attack</a:t>
          </a:r>
        </a:p>
      </dsp:txBody>
      <dsp:txXfrm>
        <a:off x="3141" y="1962722"/>
        <a:ext cx="2492390" cy="1495434"/>
      </dsp:txXfrm>
    </dsp:sp>
    <dsp:sp modelId="{705AA05C-E132-485D-A87C-E7308A9A033F}">
      <dsp:nvSpPr>
        <dsp:cNvPr id="0" name=""/>
        <dsp:cNvSpPr/>
      </dsp:nvSpPr>
      <dsp:spPr>
        <a:xfrm>
          <a:off x="2744771" y="1962722"/>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Fault Injection</a:t>
          </a:r>
        </a:p>
      </dsp:txBody>
      <dsp:txXfrm>
        <a:off x="2744771" y="1962722"/>
        <a:ext cx="2492390" cy="1495434"/>
      </dsp:txXfrm>
    </dsp:sp>
    <dsp:sp modelId="{C742621C-14B2-467A-95D8-00B4D2056E31}">
      <dsp:nvSpPr>
        <dsp:cNvPr id="0" name=""/>
        <dsp:cNvSpPr/>
      </dsp:nvSpPr>
      <dsp:spPr>
        <a:xfrm>
          <a:off x="5486401" y="1962722"/>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Hardware </a:t>
          </a:r>
          <a:r>
            <a:rPr lang="en-US" sz="2400" kern="1200" err="1"/>
            <a:t>Trojon</a:t>
          </a:r>
          <a:endParaRPr lang="en-US" sz="2400" kern="1200"/>
        </a:p>
      </dsp:txBody>
      <dsp:txXfrm>
        <a:off x="5486401" y="1962722"/>
        <a:ext cx="2492390" cy="1495434"/>
      </dsp:txXfrm>
    </dsp:sp>
    <dsp:sp modelId="{FACD0DAA-2C24-48A9-B12C-BEB3972799F6}">
      <dsp:nvSpPr>
        <dsp:cNvPr id="0" name=""/>
        <dsp:cNvSpPr/>
      </dsp:nvSpPr>
      <dsp:spPr>
        <a:xfrm>
          <a:off x="8228030" y="1962722"/>
          <a:ext cx="2492390" cy="1495434"/>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0" kern="1200"/>
            <a:t>Photon Emission Analysis</a:t>
          </a:r>
        </a:p>
      </dsp:txBody>
      <dsp:txXfrm>
        <a:off x="8228030" y="1962722"/>
        <a:ext cx="2492390" cy="14954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2B111-FC75-4DAA-B170-71FEFD3D73D8}">
      <dsp:nvSpPr>
        <dsp:cNvPr id="0" name=""/>
        <dsp:cNvSpPr/>
      </dsp:nvSpPr>
      <dsp:spPr>
        <a:xfrm>
          <a:off x="0" y="1838103"/>
          <a:ext cx="10723563"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E79F97B9-A33A-474F-A27C-52E4163DBFD3}">
      <dsp:nvSpPr>
        <dsp:cNvPr id="0" name=""/>
        <dsp:cNvSpPr/>
      </dsp:nvSpPr>
      <dsp:spPr>
        <a:xfrm rot="8100000">
          <a:off x="65174" y="42361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5F1302-B947-4A7F-8B72-5F852AA53D96}">
      <dsp:nvSpPr>
        <dsp:cNvPr id="0" name=""/>
        <dsp:cNvSpPr/>
      </dsp:nvSpPr>
      <dsp:spPr>
        <a:xfrm>
          <a:off x="95207" y="45364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15D0EF8-8D96-4048-9A0E-83913C52CE24}">
      <dsp:nvSpPr>
        <dsp:cNvPr id="0" name=""/>
        <dsp:cNvSpPr/>
      </dsp:nvSpPr>
      <dsp:spPr>
        <a:xfrm>
          <a:off x="391510" y="749946"/>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DBD0C507-CCD4-4295-9386-2D5CFF2BD979}">
      <dsp:nvSpPr>
        <dsp:cNvPr id="0" name=""/>
        <dsp:cNvSpPr/>
      </dsp:nvSpPr>
      <dsp:spPr>
        <a:xfrm>
          <a:off x="391510" y="367620"/>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Reconnaissance</a:t>
          </a:r>
        </a:p>
      </dsp:txBody>
      <dsp:txXfrm>
        <a:off x="391510" y="367620"/>
        <a:ext cx="2226686" cy="382325"/>
      </dsp:txXfrm>
    </dsp:sp>
    <dsp:sp modelId="{B9455A48-8C4D-459D-805D-2BF4B928843F}">
      <dsp:nvSpPr>
        <dsp:cNvPr id="0" name=""/>
        <dsp:cNvSpPr/>
      </dsp:nvSpPr>
      <dsp:spPr>
        <a:xfrm>
          <a:off x="200347" y="749946"/>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029C9CB-CCEE-46D3-B91F-80F900299F76}">
      <dsp:nvSpPr>
        <dsp:cNvPr id="0" name=""/>
        <dsp:cNvSpPr/>
      </dsp:nvSpPr>
      <dsp:spPr>
        <a:xfrm>
          <a:off x="165326"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6FAB46-A04B-4D5B-9592-BD5854123B59}">
      <dsp:nvSpPr>
        <dsp:cNvPr id="0" name=""/>
        <dsp:cNvSpPr/>
      </dsp:nvSpPr>
      <dsp:spPr>
        <a:xfrm rot="18900000">
          <a:off x="1402248" y="298225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6C8B8A-95D8-4660-971E-15583F8E6933}">
      <dsp:nvSpPr>
        <dsp:cNvPr id="0" name=""/>
        <dsp:cNvSpPr/>
      </dsp:nvSpPr>
      <dsp:spPr>
        <a:xfrm>
          <a:off x="1432281" y="301228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5A52E6B-4BDE-40F6-BAD0-85C8C7E70A3E}">
      <dsp:nvSpPr>
        <dsp:cNvPr id="0" name=""/>
        <dsp:cNvSpPr/>
      </dsp:nvSpPr>
      <dsp:spPr>
        <a:xfrm>
          <a:off x="1728583" y="1838103"/>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A780D7D6-CE4C-49DF-9F06-F85D9F74CF2B}">
      <dsp:nvSpPr>
        <dsp:cNvPr id="0" name=""/>
        <dsp:cNvSpPr/>
      </dsp:nvSpPr>
      <dsp:spPr>
        <a:xfrm>
          <a:off x="1728583" y="2926259"/>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Profiling</a:t>
          </a:r>
        </a:p>
      </dsp:txBody>
      <dsp:txXfrm>
        <a:off x="1728583" y="2926259"/>
        <a:ext cx="2226686" cy="382325"/>
      </dsp:txXfrm>
    </dsp:sp>
    <dsp:sp modelId="{7A4E7427-A2DF-435F-9920-40152588D484}">
      <dsp:nvSpPr>
        <dsp:cNvPr id="0" name=""/>
        <dsp:cNvSpPr/>
      </dsp:nvSpPr>
      <dsp:spPr>
        <a:xfrm>
          <a:off x="1537420" y="1838103"/>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CADA605-E7DD-47DE-85FF-E3C2E48BF2CC}">
      <dsp:nvSpPr>
        <dsp:cNvPr id="0" name=""/>
        <dsp:cNvSpPr/>
      </dsp:nvSpPr>
      <dsp:spPr>
        <a:xfrm>
          <a:off x="1502399"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0F17AD-1EC1-4C46-AEC7-2766A39833D6}">
      <dsp:nvSpPr>
        <dsp:cNvPr id="0" name=""/>
        <dsp:cNvSpPr/>
      </dsp:nvSpPr>
      <dsp:spPr>
        <a:xfrm rot="8100000">
          <a:off x="2739321" y="42361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93A6B-8E3F-49CB-92A5-3AB92B6D715A}">
      <dsp:nvSpPr>
        <dsp:cNvPr id="0" name=""/>
        <dsp:cNvSpPr/>
      </dsp:nvSpPr>
      <dsp:spPr>
        <a:xfrm>
          <a:off x="2769354" y="45364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6350B79-E8F1-4756-8C21-0BBE740EEFFA}">
      <dsp:nvSpPr>
        <dsp:cNvPr id="0" name=""/>
        <dsp:cNvSpPr/>
      </dsp:nvSpPr>
      <dsp:spPr>
        <a:xfrm>
          <a:off x="3065656" y="749946"/>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F1691674-1DFC-4310-A854-8A3047CD3018}">
      <dsp:nvSpPr>
        <dsp:cNvPr id="0" name=""/>
        <dsp:cNvSpPr/>
      </dsp:nvSpPr>
      <dsp:spPr>
        <a:xfrm>
          <a:off x="3065656" y="367620"/>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Attack planning</a:t>
          </a:r>
        </a:p>
      </dsp:txBody>
      <dsp:txXfrm>
        <a:off x="3065656" y="367620"/>
        <a:ext cx="2226686" cy="382325"/>
      </dsp:txXfrm>
    </dsp:sp>
    <dsp:sp modelId="{91A91000-F66D-493B-AC6C-295E6F3CCE85}">
      <dsp:nvSpPr>
        <dsp:cNvPr id="0" name=""/>
        <dsp:cNvSpPr/>
      </dsp:nvSpPr>
      <dsp:spPr>
        <a:xfrm>
          <a:off x="2874493" y="749946"/>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B4D5451-73BA-4115-8F12-A037B6073BAD}">
      <dsp:nvSpPr>
        <dsp:cNvPr id="0" name=""/>
        <dsp:cNvSpPr/>
      </dsp:nvSpPr>
      <dsp:spPr>
        <a:xfrm>
          <a:off x="2839472"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47A05B-F1AE-4E07-8C87-C978C5D2BACE}">
      <dsp:nvSpPr>
        <dsp:cNvPr id="0" name=""/>
        <dsp:cNvSpPr/>
      </dsp:nvSpPr>
      <dsp:spPr>
        <a:xfrm rot="18900000">
          <a:off x="4076394" y="298225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54B686-C839-4A9D-9D63-8BD1BA0DB84B}">
      <dsp:nvSpPr>
        <dsp:cNvPr id="0" name=""/>
        <dsp:cNvSpPr/>
      </dsp:nvSpPr>
      <dsp:spPr>
        <a:xfrm>
          <a:off x="4106427" y="301228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8A42D7D-53D9-43F8-8321-25BA991B8083}">
      <dsp:nvSpPr>
        <dsp:cNvPr id="0" name=""/>
        <dsp:cNvSpPr/>
      </dsp:nvSpPr>
      <dsp:spPr>
        <a:xfrm>
          <a:off x="4402729" y="1838103"/>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4B5E0677-40BB-4CE7-A9E9-558DC3BD233C}">
      <dsp:nvSpPr>
        <dsp:cNvPr id="0" name=""/>
        <dsp:cNvSpPr/>
      </dsp:nvSpPr>
      <dsp:spPr>
        <a:xfrm>
          <a:off x="4402729" y="2926259"/>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Attack execution</a:t>
          </a:r>
        </a:p>
      </dsp:txBody>
      <dsp:txXfrm>
        <a:off x="4402729" y="2926259"/>
        <a:ext cx="2226686" cy="382325"/>
      </dsp:txXfrm>
    </dsp:sp>
    <dsp:sp modelId="{666FCE44-C54C-4745-9B41-498D6C3E4C11}">
      <dsp:nvSpPr>
        <dsp:cNvPr id="0" name=""/>
        <dsp:cNvSpPr/>
      </dsp:nvSpPr>
      <dsp:spPr>
        <a:xfrm>
          <a:off x="4211566" y="1838103"/>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201EB04A-5696-4B20-85EC-5195A8B37082}">
      <dsp:nvSpPr>
        <dsp:cNvPr id="0" name=""/>
        <dsp:cNvSpPr/>
      </dsp:nvSpPr>
      <dsp:spPr>
        <a:xfrm>
          <a:off x="4176546"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12104-2278-4509-8DD1-DE6F81F14C37}">
      <dsp:nvSpPr>
        <dsp:cNvPr id="0" name=""/>
        <dsp:cNvSpPr/>
      </dsp:nvSpPr>
      <dsp:spPr>
        <a:xfrm rot="8100000">
          <a:off x="5413467" y="42361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8D878A-71A1-476E-82C3-87A681ECF5D7}">
      <dsp:nvSpPr>
        <dsp:cNvPr id="0" name=""/>
        <dsp:cNvSpPr/>
      </dsp:nvSpPr>
      <dsp:spPr>
        <a:xfrm>
          <a:off x="5443500" y="45364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061F906-9719-4866-8831-4FD9DF381096}">
      <dsp:nvSpPr>
        <dsp:cNvPr id="0" name=""/>
        <dsp:cNvSpPr/>
      </dsp:nvSpPr>
      <dsp:spPr>
        <a:xfrm>
          <a:off x="5739802" y="749946"/>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3D7A38F7-90D6-44ED-8B4F-1E6031420B5C}">
      <dsp:nvSpPr>
        <dsp:cNvPr id="0" name=""/>
        <dsp:cNvSpPr/>
      </dsp:nvSpPr>
      <dsp:spPr>
        <a:xfrm>
          <a:off x="5739802" y="367620"/>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Data analysis</a:t>
          </a:r>
        </a:p>
      </dsp:txBody>
      <dsp:txXfrm>
        <a:off x="5739802" y="367620"/>
        <a:ext cx="2226686" cy="382325"/>
      </dsp:txXfrm>
    </dsp:sp>
    <dsp:sp modelId="{D8891CC2-4760-4F0C-9771-1BEA41294F46}">
      <dsp:nvSpPr>
        <dsp:cNvPr id="0" name=""/>
        <dsp:cNvSpPr/>
      </dsp:nvSpPr>
      <dsp:spPr>
        <a:xfrm>
          <a:off x="5548640" y="749946"/>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5243F69-AF42-4AB9-AAF5-AE8A90B33536}">
      <dsp:nvSpPr>
        <dsp:cNvPr id="0" name=""/>
        <dsp:cNvSpPr/>
      </dsp:nvSpPr>
      <dsp:spPr>
        <a:xfrm>
          <a:off x="5513619"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75C1C4-A136-4F65-BC99-550F92C9A41A}">
      <dsp:nvSpPr>
        <dsp:cNvPr id="0" name=""/>
        <dsp:cNvSpPr/>
      </dsp:nvSpPr>
      <dsp:spPr>
        <a:xfrm rot="18900000">
          <a:off x="6750540" y="298225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5B0D7E-BA55-4AC3-8D5B-AC9652D58865}">
      <dsp:nvSpPr>
        <dsp:cNvPr id="0" name=""/>
        <dsp:cNvSpPr/>
      </dsp:nvSpPr>
      <dsp:spPr>
        <a:xfrm>
          <a:off x="6780573" y="301228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6BA7FF46-9454-45A0-B9DA-8039A043FBFC}">
      <dsp:nvSpPr>
        <dsp:cNvPr id="0" name=""/>
        <dsp:cNvSpPr/>
      </dsp:nvSpPr>
      <dsp:spPr>
        <a:xfrm>
          <a:off x="7076875" y="1838103"/>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44D1B90B-4A95-417E-8D9A-8FC34E313736}">
      <dsp:nvSpPr>
        <dsp:cNvPr id="0" name=""/>
        <dsp:cNvSpPr/>
      </dsp:nvSpPr>
      <dsp:spPr>
        <a:xfrm>
          <a:off x="7076875" y="2926259"/>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Exploitation</a:t>
          </a:r>
          <a:endParaRPr lang="en-US" sz="2000" kern="1200">
            <a:latin typeface="Posterama"/>
          </a:endParaRPr>
        </a:p>
      </dsp:txBody>
      <dsp:txXfrm>
        <a:off x="7076875" y="2926259"/>
        <a:ext cx="2226686" cy="382325"/>
      </dsp:txXfrm>
    </dsp:sp>
    <dsp:sp modelId="{5048E069-6995-4576-98AA-65E5EF91DBB4}">
      <dsp:nvSpPr>
        <dsp:cNvPr id="0" name=""/>
        <dsp:cNvSpPr/>
      </dsp:nvSpPr>
      <dsp:spPr>
        <a:xfrm>
          <a:off x="6885713" y="1838103"/>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57AA43D-6D0A-4045-A79E-D448BC349150}">
      <dsp:nvSpPr>
        <dsp:cNvPr id="0" name=""/>
        <dsp:cNvSpPr/>
      </dsp:nvSpPr>
      <dsp:spPr>
        <a:xfrm>
          <a:off x="6850692"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183577-92DE-49A0-9D85-7AEB860EC268}">
      <dsp:nvSpPr>
        <dsp:cNvPr id="0" name=""/>
        <dsp:cNvSpPr/>
      </dsp:nvSpPr>
      <dsp:spPr>
        <a:xfrm rot="8100000">
          <a:off x="8087613" y="423610"/>
          <a:ext cx="270344" cy="270344"/>
        </a:xfrm>
        <a:prstGeom prst="teardrop">
          <a:avLst>
            <a:gd name="adj" fmla="val 115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964BC4-A1B3-47EF-A285-0DC47B3EA879}">
      <dsp:nvSpPr>
        <dsp:cNvPr id="0" name=""/>
        <dsp:cNvSpPr/>
      </dsp:nvSpPr>
      <dsp:spPr>
        <a:xfrm>
          <a:off x="8117646" y="453643"/>
          <a:ext cx="210278" cy="210278"/>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6DFA28C-F030-46C9-B036-1DEB0A2941D4}">
      <dsp:nvSpPr>
        <dsp:cNvPr id="0" name=""/>
        <dsp:cNvSpPr/>
      </dsp:nvSpPr>
      <dsp:spPr>
        <a:xfrm>
          <a:off x="8413949" y="749946"/>
          <a:ext cx="2226686" cy="1088156"/>
        </a:xfrm>
        <a:prstGeom prst="rect">
          <a:avLst/>
        </a:prstGeom>
        <a:noFill/>
        <a:ln>
          <a:noFill/>
        </a:ln>
        <a:effectLst/>
      </dsp:spPr>
      <dsp:style>
        <a:lnRef idx="0">
          <a:scrgbClr r="0" g="0" b="0"/>
        </a:lnRef>
        <a:fillRef idx="0">
          <a:scrgbClr r="0" g="0" b="0"/>
        </a:fillRef>
        <a:effectRef idx="0">
          <a:scrgbClr r="0" g="0" b="0"/>
        </a:effectRef>
        <a:fontRef idx="minor"/>
      </dsp:style>
    </dsp:sp>
    <dsp:sp modelId="{C4B30D7F-3024-495E-926B-165145C851E6}">
      <dsp:nvSpPr>
        <dsp:cNvPr id="0" name=""/>
        <dsp:cNvSpPr/>
      </dsp:nvSpPr>
      <dsp:spPr>
        <a:xfrm>
          <a:off x="8413949" y="367620"/>
          <a:ext cx="2226686" cy="38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a:t>Covering tracks</a:t>
          </a:r>
          <a:endParaRPr lang="en-US" sz="2000" kern="1200">
            <a:latin typeface="Posterama"/>
          </a:endParaRPr>
        </a:p>
      </dsp:txBody>
      <dsp:txXfrm>
        <a:off x="8413949" y="367620"/>
        <a:ext cx="2226686" cy="382325"/>
      </dsp:txXfrm>
    </dsp:sp>
    <dsp:sp modelId="{5C165AEB-0795-4553-9C92-FA24A499A6B4}">
      <dsp:nvSpPr>
        <dsp:cNvPr id="0" name=""/>
        <dsp:cNvSpPr/>
      </dsp:nvSpPr>
      <dsp:spPr>
        <a:xfrm>
          <a:off x="8222786" y="749946"/>
          <a:ext cx="0" cy="1088156"/>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7D479CF-09F9-4026-8040-7AE512575582}">
      <dsp:nvSpPr>
        <dsp:cNvPr id="0" name=""/>
        <dsp:cNvSpPr/>
      </dsp:nvSpPr>
      <dsp:spPr>
        <a:xfrm>
          <a:off x="8187765" y="1803693"/>
          <a:ext cx="68818" cy="68818"/>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05F7A-302E-47EC-9E08-136EAF74143F}">
      <dsp:nvSpPr>
        <dsp:cNvPr id="0" name=""/>
        <dsp:cNvSpPr/>
      </dsp:nvSpPr>
      <dsp:spPr>
        <a:xfrm>
          <a:off x="6963332" y="1807127"/>
          <a:ext cx="223750" cy="1745254"/>
        </a:xfrm>
        <a:custGeom>
          <a:avLst/>
          <a:gdLst/>
          <a:ahLst/>
          <a:cxnLst/>
          <a:rect l="0" t="0" r="0" b="0"/>
          <a:pathLst>
            <a:path>
              <a:moveTo>
                <a:pt x="0" y="0"/>
              </a:moveTo>
              <a:lnTo>
                <a:pt x="0" y="1745254"/>
              </a:lnTo>
              <a:lnTo>
                <a:pt x="223750" y="174525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5A29A7-1A2A-44A7-A9BE-EC1123F286A6}">
      <dsp:nvSpPr>
        <dsp:cNvPr id="0" name=""/>
        <dsp:cNvSpPr/>
      </dsp:nvSpPr>
      <dsp:spPr>
        <a:xfrm>
          <a:off x="6963332" y="1807127"/>
          <a:ext cx="223750" cy="686168"/>
        </a:xfrm>
        <a:custGeom>
          <a:avLst/>
          <a:gdLst/>
          <a:ahLst/>
          <a:cxnLst/>
          <a:rect l="0" t="0" r="0" b="0"/>
          <a:pathLst>
            <a:path>
              <a:moveTo>
                <a:pt x="0" y="0"/>
              </a:moveTo>
              <a:lnTo>
                <a:pt x="0" y="686168"/>
              </a:lnTo>
              <a:lnTo>
                <a:pt x="223750" y="68616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2C9C99-4E6C-4829-B9BC-184355AF852B}">
      <dsp:nvSpPr>
        <dsp:cNvPr id="0" name=""/>
        <dsp:cNvSpPr/>
      </dsp:nvSpPr>
      <dsp:spPr>
        <a:xfrm>
          <a:off x="4852618" y="748041"/>
          <a:ext cx="2707381" cy="313250"/>
        </a:xfrm>
        <a:custGeom>
          <a:avLst/>
          <a:gdLst/>
          <a:ahLst/>
          <a:cxnLst/>
          <a:rect l="0" t="0" r="0" b="0"/>
          <a:pathLst>
            <a:path>
              <a:moveTo>
                <a:pt x="0" y="0"/>
              </a:moveTo>
              <a:lnTo>
                <a:pt x="0" y="156625"/>
              </a:lnTo>
              <a:lnTo>
                <a:pt x="2707381" y="156625"/>
              </a:lnTo>
              <a:lnTo>
                <a:pt x="2707381" y="31325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01C7C8-4DE4-40FB-A9C5-912393B34C7F}">
      <dsp:nvSpPr>
        <dsp:cNvPr id="0" name=""/>
        <dsp:cNvSpPr/>
      </dsp:nvSpPr>
      <dsp:spPr>
        <a:xfrm>
          <a:off x="5158411" y="1807127"/>
          <a:ext cx="223750" cy="2804340"/>
        </a:xfrm>
        <a:custGeom>
          <a:avLst/>
          <a:gdLst/>
          <a:ahLst/>
          <a:cxnLst/>
          <a:rect l="0" t="0" r="0" b="0"/>
          <a:pathLst>
            <a:path>
              <a:moveTo>
                <a:pt x="0" y="0"/>
              </a:moveTo>
              <a:lnTo>
                <a:pt x="0" y="2804340"/>
              </a:lnTo>
              <a:lnTo>
                <a:pt x="223750" y="280434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E7421-E3D7-4017-8CCA-BC9F067FD6E5}">
      <dsp:nvSpPr>
        <dsp:cNvPr id="0" name=""/>
        <dsp:cNvSpPr/>
      </dsp:nvSpPr>
      <dsp:spPr>
        <a:xfrm>
          <a:off x="5158411" y="1807127"/>
          <a:ext cx="223750" cy="1745254"/>
        </a:xfrm>
        <a:custGeom>
          <a:avLst/>
          <a:gdLst/>
          <a:ahLst/>
          <a:cxnLst/>
          <a:rect l="0" t="0" r="0" b="0"/>
          <a:pathLst>
            <a:path>
              <a:moveTo>
                <a:pt x="0" y="0"/>
              </a:moveTo>
              <a:lnTo>
                <a:pt x="0" y="1745254"/>
              </a:lnTo>
              <a:lnTo>
                <a:pt x="223750" y="174525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B4B663-DED5-4D68-99CC-BD12669F20DB}">
      <dsp:nvSpPr>
        <dsp:cNvPr id="0" name=""/>
        <dsp:cNvSpPr/>
      </dsp:nvSpPr>
      <dsp:spPr>
        <a:xfrm>
          <a:off x="5158411" y="1807127"/>
          <a:ext cx="223750" cy="686168"/>
        </a:xfrm>
        <a:custGeom>
          <a:avLst/>
          <a:gdLst/>
          <a:ahLst/>
          <a:cxnLst/>
          <a:rect l="0" t="0" r="0" b="0"/>
          <a:pathLst>
            <a:path>
              <a:moveTo>
                <a:pt x="0" y="0"/>
              </a:moveTo>
              <a:lnTo>
                <a:pt x="0" y="686168"/>
              </a:lnTo>
              <a:lnTo>
                <a:pt x="223750" y="68616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B3AA9D-B14D-41FE-912D-43AA5C742677}">
      <dsp:nvSpPr>
        <dsp:cNvPr id="0" name=""/>
        <dsp:cNvSpPr/>
      </dsp:nvSpPr>
      <dsp:spPr>
        <a:xfrm>
          <a:off x="4852618" y="748041"/>
          <a:ext cx="902460" cy="313250"/>
        </a:xfrm>
        <a:custGeom>
          <a:avLst/>
          <a:gdLst/>
          <a:ahLst/>
          <a:cxnLst/>
          <a:rect l="0" t="0" r="0" b="0"/>
          <a:pathLst>
            <a:path>
              <a:moveTo>
                <a:pt x="0" y="0"/>
              </a:moveTo>
              <a:lnTo>
                <a:pt x="0" y="156625"/>
              </a:lnTo>
              <a:lnTo>
                <a:pt x="902460" y="156625"/>
              </a:lnTo>
              <a:lnTo>
                <a:pt x="902460" y="31325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0976A0-94D7-43B8-9FF6-AEC5DF705B8F}">
      <dsp:nvSpPr>
        <dsp:cNvPr id="0" name=""/>
        <dsp:cNvSpPr/>
      </dsp:nvSpPr>
      <dsp:spPr>
        <a:xfrm>
          <a:off x="3353490" y="1807127"/>
          <a:ext cx="223750" cy="1745254"/>
        </a:xfrm>
        <a:custGeom>
          <a:avLst/>
          <a:gdLst/>
          <a:ahLst/>
          <a:cxnLst/>
          <a:rect l="0" t="0" r="0" b="0"/>
          <a:pathLst>
            <a:path>
              <a:moveTo>
                <a:pt x="0" y="0"/>
              </a:moveTo>
              <a:lnTo>
                <a:pt x="0" y="1745254"/>
              </a:lnTo>
              <a:lnTo>
                <a:pt x="223750" y="174525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36457C-325F-4D5E-A3F4-2088FB210398}">
      <dsp:nvSpPr>
        <dsp:cNvPr id="0" name=""/>
        <dsp:cNvSpPr/>
      </dsp:nvSpPr>
      <dsp:spPr>
        <a:xfrm>
          <a:off x="3353490" y="1807127"/>
          <a:ext cx="223750" cy="686168"/>
        </a:xfrm>
        <a:custGeom>
          <a:avLst/>
          <a:gdLst/>
          <a:ahLst/>
          <a:cxnLst/>
          <a:rect l="0" t="0" r="0" b="0"/>
          <a:pathLst>
            <a:path>
              <a:moveTo>
                <a:pt x="0" y="0"/>
              </a:moveTo>
              <a:lnTo>
                <a:pt x="0" y="686168"/>
              </a:lnTo>
              <a:lnTo>
                <a:pt x="223750" y="68616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B23115-67CC-4436-B13E-8ABFE06E2937}">
      <dsp:nvSpPr>
        <dsp:cNvPr id="0" name=""/>
        <dsp:cNvSpPr/>
      </dsp:nvSpPr>
      <dsp:spPr>
        <a:xfrm>
          <a:off x="3950158" y="748041"/>
          <a:ext cx="902460" cy="313250"/>
        </a:xfrm>
        <a:custGeom>
          <a:avLst/>
          <a:gdLst/>
          <a:ahLst/>
          <a:cxnLst/>
          <a:rect l="0" t="0" r="0" b="0"/>
          <a:pathLst>
            <a:path>
              <a:moveTo>
                <a:pt x="902460" y="0"/>
              </a:moveTo>
              <a:lnTo>
                <a:pt x="902460" y="156625"/>
              </a:lnTo>
              <a:lnTo>
                <a:pt x="0" y="156625"/>
              </a:lnTo>
              <a:lnTo>
                <a:pt x="0" y="31325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A4F529-F1DD-47B9-B3D5-568117FAD99E}">
      <dsp:nvSpPr>
        <dsp:cNvPr id="0" name=""/>
        <dsp:cNvSpPr/>
      </dsp:nvSpPr>
      <dsp:spPr>
        <a:xfrm>
          <a:off x="1548569" y="1807127"/>
          <a:ext cx="223750" cy="3863426"/>
        </a:xfrm>
        <a:custGeom>
          <a:avLst/>
          <a:gdLst/>
          <a:ahLst/>
          <a:cxnLst/>
          <a:rect l="0" t="0" r="0" b="0"/>
          <a:pathLst>
            <a:path>
              <a:moveTo>
                <a:pt x="0" y="0"/>
              </a:moveTo>
              <a:lnTo>
                <a:pt x="0" y="3863426"/>
              </a:lnTo>
              <a:lnTo>
                <a:pt x="223750" y="386342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A30DA5-2EE9-45C5-B3BF-3AC8BD7B2BA5}">
      <dsp:nvSpPr>
        <dsp:cNvPr id="0" name=""/>
        <dsp:cNvSpPr/>
      </dsp:nvSpPr>
      <dsp:spPr>
        <a:xfrm>
          <a:off x="1548569" y="1807127"/>
          <a:ext cx="223750" cy="2804340"/>
        </a:xfrm>
        <a:custGeom>
          <a:avLst/>
          <a:gdLst/>
          <a:ahLst/>
          <a:cxnLst/>
          <a:rect l="0" t="0" r="0" b="0"/>
          <a:pathLst>
            <a:path>
              <a:moveTo>
                <a:pt x="0" y="0"/>
              </a:moveTo>
              <a:lnTo>
                <a:pt x="0" y="2804340"/>
              </a:lnTo>
              <a:lnTo>
                <a:pt x="223750" y="280434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410955-1F00-4EFE-9A1C-08F73551CB77}">
      <dsp:nvSpPr>
        <dsp:cNvPr id="0" name=""/>
        <dsp:cNvSpPr/>
      </dsp:nvSpPr>
      <dsp:spPr>
        <a:xfrm>
          <a:off x="1548569" y="1807127"/>
          <a:ext cx="223750" cy="1745254"/>
        </a:xfrm>
        <a:custGeom>
          <a:avLst/>
          <a:gdLst/>
          <a:ahLst/>
          <a:cxnLst/>
          <a:rect l="0" t="0" r="0" b="0"/>
          <a:pathLst>
            <a:path>
              <a:moveTo>
                <a:pt x="0" y="0"/>
              </a:moveTo>
              <a:lnTo>
                <a:pt x="0" y="1745254"/>
              </a:lnTo>
              <a:lnTo>
                <a:pt x="223750" y="174525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CC570C-602F-4A3A-86D0-9B0128FDAE9C}">
      <dsp:nvSpPr>
        <dsp:cNvPr id="0" name=""/>
        <dsp:cNvSpPr/>
      </dsp:nvSpPr>
      <dsp:spPr>
        <a:xfrm>
          <a:off x="1548569" y="1807127"/>
          <a:ext cx="223750" cy="686168"/>
        </a:xfrm>
        <a:custGeom>
          <a:avLst/>
          <a:gdLst/>
          <a:ahLst/>
          <a:cxnLst/>
          <a:rect l="0" t="0" r="0" b="0"/>
          <a:pathLst>
            <a:path>
              <a:moveTo>
                <a:pt x="0" y="0"/>
              </a:moveTo>
              <a:lnTo>
                <a:pt x="0" y="686168"/>
              </a:lnTo>
              <a:lnTo>
                <a:pt x="223750" y="68616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3228A8-F9E4-4270-A1D5-5B75750E2690}">
      <dsp:nvSpPr>
        <dsp:cNvPr id="0" name=""/>
        <dsp:cNvSpPr/>
      </dsp:nvSpPr>
      <dsp:spPr>
        <a:xfrm>
          <a:off x="2145237" y="748041"/>
          <a:ext cx="2707381" cy="313250"/>
        </a:xfrm>
        <a:custGeom>
          <a:avLst/>
          <a:gdLst/>
          <a:ahLst/>
          <a:cxnLst/>
          <a:rect l="0" t="0" r="0" b="0"/>
          <a:pathLst>
            <a:path>
              <a:moveTo>
                <a:pt x="2707381" y="0"/>
              </a:moveTo>
              <a:lnTo>
                <a:pt x="2707381" y="156625"/>
              </a:lnTo>
              <a:lnTo>
                <a:pt x="0" y="156625"/>
              </a:lnTo>
              <a:lnTo>
                <a:pt x="0" y="31325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C3569E-5D44-4CD8-B26E-BA8E8B19B312}">
      <dsp:nvSpPr>
        <dsp:cNvPr id="0" name=""/>
        <dsp:cNvSpPr/>
      </dsp:nvSpPr>
      <dsp:spPr>
        <a:xfrm>
          <a:off x="4106783" y="2206"/>
          <a:ext cx="1491670" cy="74583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Side Channel Attack Taxonomy</a:t>
          </a:r>
          <a:endParaRPr lang="en-US" sz="1500" kern="1200" dirty="0"/>
        </a:p>
      </dsp:txBody>
      <dsp:txXfrm>
        <a:off x="4106783" y="2206"/>
        <a:ext cx="1491670" cy="745835"/>
      </dsp:txXfrm>
    </dsp:sp>
    <dsp:sp modelId="{8B06DB63-E944-4402-948D-E929768576D8}">
      <dsp:nvSpPr>
        <dsp:cNvPr id="0" name=""/>
        <dsp:cNvSpPr/>
      </dsp:nvSpPr>
      <dsp:spPr>
        <a:xfrm>
          <a:off x="1399402" y="1061292"/>
          <a:ext cx="1491670" cy="74583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Exploitation</a:t>
          </a:r>
          <a:endParaRPr lang="en-US" sz="1500" kern="1200" dirty="0"/>
        </a:p>
      </dsp:txBody>
      <dsp:txXfrm>
        <a:off x="1399402" y="1061292"/>
        <a:ext cx="1491670" cy="745835"/>
      </dsp:txXfrm>
    </dsp:sp>
    <dsp:sp modelId="{1DFC3EF5-1D45-47D6-8CE5-0041D0E7554D}">
      <dsp:nvSpPr>
        <dsp:cNvPr id="0" name=""/>
        <dsp:cNvSpPr/>
      </dsp:nvSpPr>
      <dsp:spPr>
        <a:xfrm>
          <a:off x="1772319" y="2120378"/>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Timing</a:t>
          </a:r>
        </a:p>
      </dsp:txBody>
      <dsp:txXfrm>
        <a:off x="1772319" y="2120378"/>
        <a:ext cx="1491670" cy="745835"/>
      </dsp:txXfrm>
    </dsp:sp>
    <dsp:sp modelId="{125ED708-DFE0-48E0-8005-E78D51113E78}">
      <dsp:nvSpPr>
        <dsp:cNvPr id="0" name=""/>
        <dsp:cNvSpPr/>
      </dsp:nvSpPr>
      <dsp:spPr>
        <a:xfrm>
          <a:off x="1772319" y="3179464"/>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Sound</a:t>
          </a:r>
        </a:p>
      </dsp:txBody>
      <dsp:txXfrm>
        <a:off x="1772319" y="3179464"/>
        <a:ext cx="1491670" cy="745835"/>
      </dsp:txXfrm>
    </dsp:sp>
    <dsp:sp modelId="{8C3D8830-4ACA-4287-A996-FB7DCAA72F65}">
      <dsp:nvSpPr>
        <dsp:cNvPr id="0" name=""/>
        <dsp:cNvSpPr/>
      </dsp:nvSpPr>
      <dsp:spPr>
        <a:xfrm>
          <a:off x="1772319" y="4238550"/>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Temperature</a:t>
          </a:r>
        </a:p>
      </dsp:txBody>
      <dsp:txXfrm>
        <a:off x="1772319" y="4238550"/>
        <a:ext cx="1491670" cy="745835"/>
      </dsp:txXfrm>
    </dsp:sp>
    <dsp:sp modelId="{B8141225-47A2-4E3D-A6CF-C1B6D8ABCF01}">
      <dsp:nvSpPr>
        <dsp:cNvPr id="0" name=""/>
        <dsp:cNvSpPr/>
      </dsp:nvSpPr>
      <dsp:spPr>
        <a:xfrm>
          <a:off x="1772319" y="5297636"/>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Power</a:t>
          </a:r>
        </a:p>
      </dsp:txBody>
      <dsp:txXfrm>
        <a:off x="1772319" y="5297636"/>
        <a:ext cx="1491670" cy="745835"/>
      </dsp:txXfrm>
    </dsp:sp>
    <dsp:sp modelId="{322E95AB-16D4-4F65-BE58-FA0959215C33}">
      <dsp:nvSpPr>
        <dsp:cNvPr id="0" name=""/>
        <dsp:cNvSpPr/>
      </dsp:nvSpPr>
      <dsp:spPr>
        <a:xfrm>
          <a:off x="3204323" y="1061292"/>
          <a:ext cx="1491670" cy="74583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Attack Method</a:t>
          </a:r>
          <a:endParaRPr lang="en-US" sz="1500" kern="1200" dirty="0"/>
        </a:p>
      </dsp:txBody>
      <dsp:txXfrm>
        <a:off x="3204323" y="1061292"/>
        <a:ext cx="1491670" cy="745835"/>
      </dsp:txXfrm>
    </dsp:sp>
    <dsp:sp modelId="{AA2388E4-7877-416F-A262-11D619BDD601}">
      <dsp:nvSpPr>
        <dsp:cNvPr id="0" name=""/>
        <dsp:cNvSpPr/>
      </dsp:nvSpPr>
      <dsp:spPr>
        <a:xfrm>
          <a:off x="3577240" y="2120378"/>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Active Attack</a:t>
          </a:r>
        </a:p>
      </dsp:txBody>
      <dsp:txXfrm>
        <a:off x="3577240" y="2120378"/>
        <a:ext cx="1491670" cy="745835"/>
      </dsp:txXfrm>
    </dsp:sp>
    <dsp:sp modelId="{BB2D97E6-93F0-47FA-9D85-0DF6BBF8D024}">
      <dsp:nvSpPr>
        <dsp:cNvPr id="0" name=""/>
        <dsp:cNvSpPr/>
      </dsp:nvSpPr>
      <dsp:spPr>
        <a:xfrm>
          <a:off x="3577240" y="3179464"/>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Passive Attack</a:t>
          </a:r>
        </a:p>
      </dsp:txBody>
      <dsp:txXfrm>
        <a:off x="3577240" y="3179464"/>
        <a:ext cx="1491670" cy="745835"/>
      </dsp:txXfrm>
    </dsp:sp>
    <dsp:sp modelId="{D099CB92-D1FE-40B1-8AB1-90B192E640B4}">
      <dsp:nvSpPr>
        <dsp:cNvPr id="0" name=""/>
        <dsp:cNvSpPr/>
      </dsp:nvSpPr>
      <dsp:spPr>
        <a:xfrm>
          <a:off x="5009244" y="1061292"/>
          <a:ext cx="1491670" cy="74583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Access Level</a:t>
          </a:r>
          <a:endParaRPr lang="en-US" sz="1500" kern="1200" dirty="0"/>
        </a:p>
      </dsp:txBody>
      <dsp:txXfrm>
        <a:off x="5009244" y="1061292"/>
        <a:ext cx="1491670" cy="745835"/>
      </dsp:txXfrm>
    </dsp:sp>
    <dsp:sp modelId="{CED0AC24-240A-47E9-8F19-C1F5558C5893}">
      <dsp:nvSpPr>
        <dsp:cNvPr id="0" name=""/>
        <dsp:cNvSpPr/>
      </dsp:nvSpPr>
      <dsp:spPr>
        <a:xfrm>
          <a:off x="5382161" y="2120378"/>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Remote</a:t>
          </a:r>
        </a:p>
      </dsp:txBody>
      <dsp:txXfrm>
        <a:off x="5382161" y="2120378"/>
        <a:ext cx="1491670" cy="745835"/>
      </dsp:txXfrm>
    </dsp:sp>
    <dsp:sp modelId="{00CD94EC-1966-4FD7-B664-7DA9665FD325}">
      <dsp:nvSpPr>
        <dsp:cNvPr id="0" name=""/>
        <dsp:cNvSpPr/>
      </dsp:nvSpPr>
      <dsp:spPr>
        <a:xfrm>
          <a:off x="5382161" y="3179464"/>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Local</a:t>
          </a:r>
        </a:p>
      </dsp:txBody>
      <dsp:txXfrm>
        <a:off x="5382161" y="3179464"/>
        <a:ext cx="1491670" cy="745835"/>
      </dsp:txXfrm>
    </dsp:sp>
    <dsp:sp modelId="{28716FCB-E4E3-40A7-9A8C-120EED155EF3}">
      <dsp:nvSpPr>
        <dsp:cNvPr id="0" name=""/>
        <dsp:cNvSpPr/>
      </dsp:nvSpPr>
      <dsp:spPr>
        <a:xfrm>
          <a:off x="5382161" y="4238550"/>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Proximity</a:t>
          </a:r>
        </a:p>
      </dsp:txBody>
      <dsp:txXfrm>
        <a:off x="5382161" y="4238550"/>
        <a:ext cx="1491670" cy="745835"/>
      </dsp:txXfrm>
    </dsp:sp>
    <dsp:sp modelId="{F2A92E28-4CE0-4672-96A3-0BAC00E1BB41}">
      <dsp:nvSpPr>
        <dsp:cNvPr id="0" name=""/>
        <dsp:cNvSpPr/>
      </dsp:nvSpPr>
      <dsp:spPr>
        <a:xfrm>
          <a:off x="6814165" y="1061292"/>
          <a:ext cx="1491670" cy="745835"/>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Component</a:t>
          </a:r>
        </a:p>
      </dsp:txBody>
      <dsp:txXfrm>
        <a:off x="6814165" y="1061292"/>
        <a:ext cx="1491670" cy="745835"/>
      </dsp:txXfrm>
    </dsp:sp>
    <dsp:sp modelId="{4D635F76-7C93-4E1A-BC7D-A5D67F147C22}">
      <dsp:nvSpPr>
        <dsp:cNvPr id="0" name=""/>
        <dsp:cNvSpPr/>
      </dsp:nvSpPr>
      <dsp:spPr>
        <a:xfrm>
          <a:off x="7187082" y="2120378"/>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dirty="0">
              <a:latin typeface="Posterama"/>
            </a:rPr>
            <a:t>Hardware</a:t>
          </a:r>
        </a:p>
      </dsp:txBody>
      <dsp:txXfrm>
        <a:off x="7187082" y="2120378"/>
        <a:ext cx="1491670" cy="745835"/>
      </dsp:txXfrm>
    </dsp:sp>
    <dsp:sp modelId="{619E2062-5BE4-4F96-BEBD-ADCB61BDDD52}">
      <dsp:nvSpPr>
        <dsp:cNvPr id="0" name=""/>
        <dsp:cNvSpPr/>
      </dsp:nvSpPr>
      <dsp:spPr>
        <a:xfrm>
          <a:off x="7187082" y="3179464"/>
          <a:ext cx="1491670" cy="745835"/>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Posterama"/>
            </a:rPr>
            <a:t>Software</a:t>
          </a:r>
        </a:p>
      </dsp:txBody>
      <dsp:txXfrm>
        <a:off x="7187082" y="3179464"/>
        <a:ext cx="1491670" cy="7458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05981B-0493-48EB-B895-70EBD2BC8A15}">
      <dsp:nvSpPr>
        <dsp:cNvPr id="0" name=""/>
        <dsp:cNvSpPr/>
      </dsp:nvSpPr>
      <dsp:spPr>
        <a:xfrm>
          <a:off x="0" y="1001647"/>
          <a:ext cx="7812562" cy="1849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39827-0AFF-4A11-8105-99A85EDCE77B}">
      <dsp:nvSpPr>
        <dsp:cNvPr id="0" name=""/>
        <dsp:cNvSpPr/>
      </dsp:nvSpPr>
      <dsp:spPr>
        <a:xfrm>
          <a:off x="559381" y="1417716"/>
          <a:ext cx="1017057" cy="10170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B47314-D624-40BF-8166-E63B99E87197}">
      <dsp:nvSpPr>
        <dsp:cNvPr id="0" name=""/>
        <dsp:cNvSpPr/>
      </dsp:nvSpPr>
      <dsp:spPr>
        <a:xfrm>
          <a:off x="2135821" y="1001647"/>
          <a:ext cx="5676740" cy="1849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707" tIns="195707" rIns="195707" bIns="195707" numCol="1" spcCol="1270" anchor="ctr" anchorCtr="0">
          <a:noAutofit/>
        </a:bodyPr>
        <a:lstStyle/>
        <a:p>
          <a:pPr marL="0" lvl="0" indent="0" algn="l" defTabSz="933450">
            <a:lnSpc>
              <a:spcPct val="90000"/>
            </a:lnSpc>
            <a:spcBef>
              <a:spcPct val="0"/>
            </a:spcBef>
            <a:spcAft>
              <a:spcPct val="35000"/>
            </a:spcAft>
            <a:buNone/>
          </a:pPr>
          <a:r>
            <a:rPr lang="en-US" sz="2100" kern="1200"/>
            <a:t>gost (GO Simple Tunnel) is a simple tunnel written in golang.</a:t>
          </a:r>
        </a:p>
      </dsp:txBody>
      <dsp:txXfrm>
        <a:off x="2135821" y="1001647"/>
        <a:ext cx="5676740" cy="1849195"/>
      </dsp:txXfrm>
    </dsp:sp>
    <dsp:sp modelId="{6C464D21-33DF-4A6F-9DC9-CD89941221AD}">
      <dsp:nvSpPr>
        <dsp:cNvPr id="0" name=""/>
        <dsp:cNvSpPr/>
      </dsp:nvSpPr>
      <dsp:spPr>
        <a:xfrm>
          <a:off x="0" y="3313142"/>
          <a:ext cx="7812562" cy="1849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5C3300-7AFB-4DE7-8E12-58F20D8CB728}">
      <dsp:nvSpPr>
        <dsp:cNvPr id="0" name=""/>
        <dsp:cNvSpPr/>
      </dsp:nvSpPr>
      <dsp:spPr>
        <a:xfrm>
          <a:off x="559381" y="3729211"/>
          <a:ext cx="1017057" cy="10170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F9B817-EC43-44AB-B886-729628457351}">
      <dsp:nvSpPr>
        <dsp:cNvPr id="0" name=""/>
        <dsp:cNvSpPr/>
      </dsp:nvSpPr>
      <dsp:spPr>
        <a:xfrm>
          <a:off x="2135821" y="3313142"/>
          <a:ext cx="5676740" cy="1849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707" tIns="195707" rIns="195707" bIns="195707" numCol="1" spcCol="1270" anchor="ctr" anchorCtr="0">
          <a:noAutofit/>
        </a:bodyPr>
        <a:lstStyle/>
        <a:p>
          <a:pPr marL="0" lvl="0" indent="0" algn="l" defTabSz="933450">
            <a:lnSpc>
              <a:spcPct val="90000"/>
            </a:lnSpc>
            <a:spcBef>
              <a:spcPct val="0"/>
            </a:spcBef>
            <a:spcAft>
              <a:spcPct val="35000"/>
            </a:spcAft>
            <a:buNone/>
          </a:pPr>
          <a:r>
            <a:rPr lang="en-US" sz="2100" kern="1200"/>
            <a:t>Untrusted input, sourced from a HTTP header, is compared directly with a secret. Since this comparison is not secure, an attacker can mount a side-channel timing attack to guess the password. </a:t>
          </a:r>
        </a:p>
      </dsp:txBody>
      <dsp:txXfrm>
        <a:off x="2135821" y="3313142"/>
        <a:ext cx="5676740" cy="184919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87A528-C85E-428F-B6DB-8BDFD4BF70DA}" type="datetimeFigureOut">
              <a:t>2/22/2024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425285-5BEA-44E0-A713-C84B17B58B38}" type="slidenum">
              <a:t>‹#›</a:t>
            </a:fld>
            <a:endParaRPr lang="en-US"/>
          </a:p>
        </p:txBody>
      </p:sp>
    </p:spTree>
    <p:extLst>
      <p:ext uri="{BB962C8B-B14F-4D97-AF65-F5344CB8AC3E}">
        <p14:creationId xmlns:p14="http://schemas.microsoft.com/office/powerpoint/2010/main" val="3079162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Metre"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en.wikipedia.org/wiki/Televisio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Un concisous side channel attacks</a:t>
            </a:r>
            <a:endParaRPr lang="en-US"/>
          </a:p>
        </p:txBody>
      </p:sp>
      <p:sp>
        <p:nvSpPr>
          <p:cNvPr id="4" name="Slide Number Placeholder 3"/>
          <p:cNvSpPr>
            <a:spLocks noGrp="1"/>
          </p:cNvSpPr>
          <p:nvPr>
            <p:ph type="sldNum" sz="quarter" idx="5"/>
          </p:nvPr>
        </p:nvSpPr>
        <p:spPr/>
        <p:txBody>
          <a:bodyPr/>
          <a:lstStyle/>
          <a:p>
            <a:fld id="{13425285-5BEA-44E0-A713-C84B17B58B38}" type="slidenum">
              <a:t>5</a:t>
            </a:fld>
            <a:endParaRPr lang="en-US"/>
          </a:p>
        </p:txBody>
      </p:sp>
    </p:spTree>
    <p:extLst>
      <p:ext uri="{BB962C8B-B14F-4D97-AF65-F5344CB8AC3E}">
        <p14:creationId xmlns:p14="http://schemas.microsoft.com/office/powerpoint/2010/main" val="413986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realm of information technology, the complexity of computers and their extensive functionalities present numerous opportunities for side-channel attacks. These systems have a vast attack surface due to their intricate hardware and software components, making them susceptible to various forms of side-channel exploits. This broad attack surface means that attackers can leverage many different aspects of a computer's operation, from its physical emanations to the minute timing differences in its processes, to extract sensitive information indirectly.</a:t>
            </a:r>
          </a:p>
          <a:p>
            <a:endParaRPr lang="en-US">
              <a:cs typeface="Calibri"/>
            </a:endParaRPr>
          </a:p>
        </p:txBody>
      </p:sp>
      <p:sp>
        <p:nvSpPr>
          <p:cNvPr id="4" name="Slide Number Placeholder 3"/>
          <p:cNvSpPr>
            <a:spLocks noGrp="1"/>
          </p:cNvSpPr>
          <p:nvPr>
            <p:ph type="sldNum" sz="quarter" idx="5"/>
          </p:nvPr>
        </p:nvSpPr>
        <p:spPr/>
        <p:txBody>
          <a:bodyPr/>
          <a:lstStyle/>
          <a:p>
            <a:fld id="{13425285-5BEA-44E0-A713-C84B17B58B38}" type="slidenum">
              <a:t>7</a:t>
            </a:fld>
            <a:endParaRPr lang="en-US"/>
          </a:p>
        </p:txBody>
      </p:sp>
    </p:spTree>
    <p:extLst>
      <p:ext uri="{BB962C8B-B14F-4D97-AF65-F5344CB8AC3E}">
        <p14:creationId xmlns:p14="http://schemas.microsoft.com/office/powerpoint/2010/main" val="134664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side-channel attacks on IT systems, attackers leverage various sources of information beyond the primary communication channel between devices or programs. They exploit indirect paths, such as electromagnetic signals, power consumption, sound, or timing information, to gather data that can reveal the system's secrets or operations. This approach highlights the importance of securing not just the main data pathways but also considering other, less obvious sources that could inadvertently leak sensitive information.</a:t>
            </a:r>
          </a:p>
          <a:p>
            <a:endParaRPr lang="en-US">
              <a:cs typeface="Calibri"/>
            </a:endParaRPr>
          </a:p>
        </p:txBody>
      </p:sp>
      <p:sp>
        <p:nvSpPr>
          <p:cNvPr id="4" name="Slide Number Placeholder 3"/>
          <p:cNvSpPr>
            <a:spLocks noGrp="1"/>
          </p:cNvSpPr>
          <p:nvPr>
            <p:ph type="sldNum" sz="quarter" idx="5"/>
          </p:nvPr>
        </p:nvSpPr>
        <p:spPr/>
        <p:txBody>
          <a:bodyPr/>
          <a:lstStyle/>
          <a:p>
            <a:fld id="{13425285-5BEA-44E0-A713-C84B17B58B38}" type="slidenum">
              <a:t>8</a:t>
            </a:fld>
            <a:endParaRPr lang="en-US"/>
          </a:p>
        </p:txBody>
      </p:sp>
    </p:spTree>
    <p:extLst>
      <p:ext uri="{BB962C8B-B14F-4D97-AF65-F5344CB8AC3E}">
        <p14:creationId xmlns:p14="http://schemas.microsoft.com/office/powerpoint/2010/main" val="2332715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Side-channel attacks aim to retrieve sensitive information without directly breaking into the main communication channel. By exploiting indirect signals and traces left by user interactions, such as electromagnetic emissions, power usage patterns, or even the timing between keystrokes, attackers can infer private data. This can include passwords, PINs, cryptographic keys, details about user activity like visited websites or running programs, and the timing of keystrokes, which might reveal typed information. These attacks require a sophisticated understanding of how systems operate and emit information, demonstrating the need for comprehensive security measures that go beyond protecting direct data channels.</a:t>
            </a:r>
          </a:p>
          <a:p>
            <a:endParaRPr lang="en-US">
              <a:cs typeface="Calibri"/>
            </a:endParaRPr>
          </a:p>
        </p:txBody>
      </p:sp>
      <p:sp>
        <p:nvSpPr>
          <p:cNvPr id="4" name="Slide Number Placeholder 3"/>
          <p:cNvSpPr>
            <a:spLocks noGrp="1"/>
          </p:cNvSpPr>
          <p:nvPr>
            <p:ph type="sldNum" sz="quarter" idx="5"/>
          </p:nvPr>
        </p:nvSpPr>
        <p:spPr/>
        <p:txBody>
          <a:bodyPr/>
          <a:lstStyle/>
          <a:p>
            <a:fld id="{13425285-5BEA-44E0-A713-C84B17B58B38}" type="slidenum">
              <a:t>9</a:t>
            </a:fld>
            <a:endParaRPr lang="en-US"/>
          </a:p>
        </p:txBody>
      </p:sp>
    </p:spTree>
    <p:extLst>
      <p:ext uri="{BB962C8B-B14F-4D97-AF65-F5344CB8AC3E}">
        <p14:creationId xmlns:p14="http://schemas.microsoft.com/office/powerpoint/2010/main" val="3185020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Systems want to tell us things</a:t>
            </a:r>
          </a:p>
          <a:p>
            <a:r>
              <a:rPr lang="en-US"/>
              <a:t> for that, they have an intended communication channel</a:t>
            </a:r>
          </a:p>
          <a:p>
            <a:r>
              <a:rPr lang="en-US"/>
              <a:t>(Data sent over USB, Ethernet, Software API, …)</a:t>
            </a:r>
          </a:p>
          <a:p>
            <a:r>
              <a:rPr lang="en-US"/>
              <a:t> but often, they inadvertently tell us much more through unintended side channels</a:t>
            </a:r>
          </a:p>
        </p:txBody>
      </p:sp>
      <p:sp>
        <p:nvSpPr>
          <p:cNvPr id="4" name="Slide Number Placeholder 3"/>
          <p:cNvSpPr>
            <a:spLocks noGrp="1"/>
          </p:cNvSpPr>
          <p:nvPr>
            <p:ph type="sldNum" sz="quarter" idx="5"/>
          </p:nvPr>
        </p:nvSpPr>
        <p:spPr/>
        <p:txBody>
          <a:bodyPr/>
          <a:lstStyle/>
          <a:p>
            <a:fld id="{13425285-5BEA-44E0-A713-C84B17B58B38}" type="slidenum">
              <a:t>10</a:t>
            </a:fld>
            <a:endParaRPr lang="en-US"/>
          </a:p>
        </p:txBody>
      </p:sp>
    </p:spTree>
    <p:extLst>
      <p:ext uri="{BB962C8B-B14F-4D97-AF65-F5344CB8AC3E}">
        <p14:creationId xmlns:p14="http://schemas.microsoft.com/office/powerpoint/2010/main" val="118160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world jumped into the Digital Revolution or the Third Industrial Revolution in the late 20th century [20, 125]. In the pre-digital era, paper files (or mechanical and analog electronic technologies) dominated, with digital-era computers predominated to store and process information. Because of this revolution, overall information is present in cyberspace for now. This revolution triggered intended or unintended disclosure of information and unauthorized access events [1, 99, 113]. Though computer security policies were there to protect the confidentiality of the data, most of the policies emphasized role-based access control, access control matrix, and the chain of trust [78]. Initially, it was enough to provide security to the confidential data, but it could not defend against side-channel attacks because adversaries did not gather the information by exploiting direct access.</a:t>
            </a:r>
          </a:p>
        </p:txBody>
      </p:sp>
      <p:sp>
        <p:nvSpPr>
          <p:cNvPr id="4" name="Slide Number Placeholder 3"/>
          <p:cNvSpPr>
            <a:spLocks noGrp="1"/>
          </p:cNvSpPr>
          <p:nvPr>
            <p:ph type="sldNum" sz="quarter" idx="5"/>
          </p:nvPr>
        </p:nvSpPr>
        <p:spPr/>
        <p:txBody>
          <a:bodyPr/>
          <a:lstStyle/>
          <a:p>
            <a:fld id="{13425285-5BEA-44E0-A713-C84B17B58B38}" type="slidenum">
              <a:t>14</a:t>
            </a:fld>
            <a:endParaRPr lang="en-US"/>
          </a:p>
        </p:txBody>
      </p:sp>
    </p:spTree>
    <p:extLst>
      <p:ext uri="{BB962C8B-B14F-4D97-AF65-F5344CB8AC3E}">
        <p14:creationId xmlns:p14="http://schemas.microsoft.com/office/powerpoint/2010/main" val="3830463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Initially, researchers focused only on compromising cryptographic algorithms and devices. However, as the topic reached the boom, people started working on side-channel attacks with a scope that crossed the cryptographic-level border. Now many researchers are working on exploiting areas other than the cryptography level. These [2, 59, 85] side-channel attacks are non-cryptographic attacks.</a:t>
            </a:r>
          </a:p>
        </p:txBody>
      </p:sp>
      <p:sp>
        <p:nvSpPr>
          <p:cNvPr id="4" name="Slide Number Placeholder 3"/>
          <p:cNvSpPr>
            <a:spLocks noGrp="1"/>
          </p:cNvSpPr>
          <p:nvPr>
            <p:ph type="sldNum" sz="quarter" idx="5"/>
          </p:nvPr>
        </p:nvSpPr>
        <p:spPr/>
        <p:txBody>
          <a:bodyPr/>
          <a:lstStyle/>
          <a:p>
            <a:fld id="{13425285-5BEA-44E0-A713-C84B17B58B38}" type="slidenum">
              <a:rPr lang="en-US"/>
              <a:t>15</a:t>
            </a:fld>
            <a:endParaRPr lang="en-US"/>
          </a:p>
        </p:txBody>
      </p:sp>
    </p:spTree>
    <p:extLst>
      <p:ext uri="{BB962C8B-B14F-4D97-AF65-F5344CB8AC3E}">
        <p14:creationId xmlns:p14="http://schemas.microsoft.com/office/powerpoint/2010/main" val="3806683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Power Analysis</a:t>
            </a:r>
            <a:r>
              <a:rPr lang="en-US"/>
              <a:t>: Analyzing power consumption fluctuations to extract sensitive information like cryptographic keys.</a:t>
            </a:r>
          </a:p>
          <a:p>
            <a:pPr marL="285750" indent="-285750">
              <a:buFont typeface="Arial"/>
              <a:buChar char="•"/>
            </a:pPr>
            <a:r>
              <a:rPr lang="en-US" b="1"/>
              <a:t>Timing Analysis</a:t>
            </a:r>
            <a:r>
              <a:rPr lang="en-US"/>
              <a:t>: Exploiting variations in execution time to infer secret information, particularly in cryptographic operations.</a:t>
            </a:r>
            <a:endParaRPr lang="en-US">
              <a:ea typeface="Calibri"/>
              <a:cs typeface="Calibri"/>
            </a:endParaRPr>
          </a:p>
          <a:p>
            <a:pPr marL="285750" indent="-285750">
              <a:buFont typeface="Arial"/>
              <a:buChar char="•"/>
            </a:pPr>
            <a:r>
              <a:rPr lang="en-US" b="1"/>
              <a:t>Electromagnetic Radiation Analysis</a:t>
            </a:r>
            <a:r>
              <a:rPr lang="en-US"/>
              <a:t>: Capturing and analyzing electromagnetic emissions to extract sensitive data, especially from devices performing cryptographic operations.</a:t>
            </a:r>
            <a:endParaRPr lang="en-US">
              <a:ea typeface="Calibri"/>
              <a:cs typeface="Calibri"/>
            </a:endParaRPr>
          </a:p>
          <a:p>
            <a:pPr marL="285750" indent="-285750">
              <a:buFont typeface="Arial"/>
              <a:buChar char="•"/>
            </a:pPr>
            <a:r>
              <a:rPr lang="en-US" b="1"/>
              <a:t>Acoustic Cryptanalysis</a:t>
            </a:r>
            <a:r>
              <a:rPr lang="en-US"/>
              <a:t>: Utilizing sound waves emitted during computation to extract cryptographic keys or sensitive information.</a:t>
            </a:r>
            <a:endParaRPr lang="en-US">
              <a:ea typeface="Calibri"/>
              <a:cs typeface="Calibri"/>
            </a:endParaRPr>
          </a:p>
          <a:p>
            <a:pPr marL="285750" indent="-285750">
              <a:buFont typeface="Arial"/>
              <a:buChar char="•"/>
            </a:pPr>
            <a:r>
              <a:rPr lang="en-US" b="1"/>
              <a:t>Cache-based Attacks</a:t>
            </a:r>
            <a:r>
              <a:rPr lang="en-US"/>
              <a:t>: Exploiting cache access patterns to infer sensitive data or cryptographic keys.</a:t>
            </a:r>
            <a:endParaRPr lang="en-US">
              <a:ea typeface="Calibri"/>
              <a:cs typeface="Calibri"/>
            </a:endParaRPr>
          </a:p>
          <a:p>
            <a:pPr marL="285750" indent="-285750">
              <a:buFont typeface="Arial"/>
              <a:buChar char="•"/>
            </a:pPr>
            <a:r>
              <a:rPr lang="en-US" b="1" err="1"/>
              <a:t>Rowhammer</a:t>
            </a:r>
            <a:r>
              <a:rPr lang="en-US" b="1"/>
              <a:t> Attack</a:t>
            </a:r>
            <a:r>
              <a:rPr lang="en-US"/>
              <a:t>: Inducing bit flips in DRAM cells by rapidly accessing neighboring rows, potentially leading to security compromises.</a:t>
            </a:r>
            <a:endParaRPr lang="en-US">
              <a:ea typeface="Calibri"/>
              <a:cs typeface="Calibri"/>
            </a:endParaRPr>
          </a:p>
          <a:p>
            <a:pPr marL="285750" indent="-285750">
              <a:buFont typeface="Arial"/>
              <a:buChar char="•"/>
            </a:pPr>
            <a:r>
              <a:rPr lang="en-US" b="1"/>
              <a:t>Fault Injection Attacks</a:t>
            </a:r>
            <a:r>
              <a:rPr lang="en-US"/>
              <a:t>: Introducing faults in the execution of a cryptographic algorithm to extract sensitive information.</a:t>
            </a:r>
            <a:endParaRPr lang="en-US">
              <a:ea typeface="Calibri"/>
              <a:cs typeface="Calibri"/>
            </a:endParaRPr>
          </a:p>
          <a:p>
            <a:pPr marL="285750" indent="-285750">
              <a:buFont typeface="Arial"/>
              <a:buChar char="•"/>
            </a:pPr>
            <a:r>
              <a:rPr lang="en-US" b="1"/>
              <a:t>Hardware Trojan</a:t>
            </a:r>
            <a:r>
              <a:rPr lang="en-US"/>
              <a:t>: Introducing malicious circuitry or modifications in hardware designs to leak sensitive information.</a:t>
            </a:r>
            <a:endParaRPr lang="en-US">
              <a:ea typeface="Calibri"/>
              <a:cs typeface="Calibri"/>
            </a:endParaRPr>
          </a:p>
          <a:p>
            <a:pPr marL="285750" indent="-285750">
              <a:buFont typeface="Arial"/>
              <a:buChar char="•"/>
            </a:pPr>
            <a:r>
              <a:rPr lang="en-US" b="1"/>
              <a:t>Differential Power Analysis (DPA)</a:t>
            </a:r>
            <a:r>
              <a:rPr lang="en-US"/>
              <a:t>: Analyzing power consumption variations between different operations to extract cryptographic keys.</a:t>
            </a:r>
            <a:endParaRPr lang="en-US">
              <a:ea typeface="Calibri"/>
              <a:cs typeface="Calibri"/>
            </a:endParaRPr>
          </a:p>
          <a:p>
            <a:pPr marL="285750" indent="-285750">
              <a:buFont typeface="Arial"/>
              <a:buChar char="•"/>
            </a:pPr>
            <a:r>
              <a:rPr lang="en-US" b="1"/>
              <a:t>Photon Emission Analysis</a:t>
            </a:r>
            <a:r>
              <a:rPr lang="en-US"/>
              <a:t>: Analyzing light emissions from integrated circuits to infer sensitive information or cryptographic keys.</a:t>
            </a:r>
            <a:endParaRPr lang="en-US">
              <a:ea typeface="Calibri"/>
              <a:cs typeface="Calibri"/>
            </a:endParaRPr>
          </a:p>
          <a:p>
            <a:r>
              <a:rPr lang="en-US" b="1"/>
              <a:t>Photon Emission Analysis</a:t>
            </a:r>
            <a:r>
              <a:rPr lang="en-US"/>
              <a:t>: Analyzing light emissions from integrated circuits to infer sensitive information or cryptographic keys.</a:t>
            </a:r>
          </a:p>
        </p:txBody>
      </p:sp>
      <p:sp>
        <p:nvSpPr>
          <p:cNvPr id="4" name="Slide Number Placeholder 3"/>
          <p:cNvSpPr>
            <a:spLocks noGrp="1"/>
          </p:cNvSpPr>
          <p:nvPr>
            <p:ph type="sldNum" sz="quarter" idx="5"/>
          </p:nvPr>
        </p:nvSpPr>
        <p:spPr/>
        <p:txBody>
          <a:bodyPr/>
          <a:lstStyle/>
          <a:p>
            <a:fld id="{13425285-5BEA-44E0-A713-C84B17B58B38}" type="slidenum">
              <a:rPr lang="en-US"/>
              <a:t>16</a:t>
            </a:fld>
            <a:endParaRPr lang="en-US"/>
          </a:p>
        </p:txBody>
      </p:sp>
    </p:spTree>
    <p:extLst>
      <p:ext uri="{BB962C8B-B14F-4D97-AF65-F5344CB8AC3E}">
        <p14:creationId xmlns:p14="http://schemas.microsoft.com/office/powerpoint/2010/main" val="1901011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document’s title was “TEMPEST: A Signal Problem” Initially, the document was listed under the secret/classified category but was later released in the public domain by the NSA of the USA. Bell 131-B2 mixing devices were used for secured/encrypted communication during WWII. The researcher(s) of Bell Labs noticed that an electromagnetic spike was seen with the help of an oscilloscope when the mixing machine stepped. It happened because of rotors rotating/shifting. Later, the researchers concluded that plain text</a:t>
            </a:r>
          </a:p>
        </p:txBody>
      </p:sp>
      <p:sp>
        <p:nvSpPr>
          <p:cNvPr id="4" name="Slide Number Placeholder 3"/>
          <p:cNvSpPr>
            <a:spLocks noGrp="1"/>
          </p:cNvSpPr>
          <p:nvPr>
            <p:ph type="sldNum" sz="quarter" idx="5"/>
          </p:nvPr>
        </p:nvSpPr>
        <p:spPr/>
        <p:txBody>
          <a:bodyPr/>
          <a:lstStyle/>
          <a:p>
            <a:fld id="{13425285-5BEA-44E0-A713-C84B17B58B38}" type="slidenum">
              <a:rPr lang="en-US"/>
              <a:t>17</a:t>
            </a:fld>
            <a:endParaRPr lang="en-US"/>
          </a:p>
        </p:txBody>
      </p:sp>
    </p:spTree>
    <p:extLst>
      <p:ext uri="{BB962C8B-B14F-4D97-AF65-F5344CB8AC3E}">
        <p14:creationId xmlns:p14="http://schemas.microsoft.com/office/powerpoint/2010/main" val="3668746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could be recovered from the cipher text. Later this experiment was carried out at a large scale, and Signal Corps found that approximately 3/4 of the original text could be recovered using the mentioned technique, which was 80 feet away. The above mentioned scenario is explained in </a:t>
            </a:r>
            <a:r>
              <a:rPr lang="en-US" err="1"/>
              <a:t>Fig.The</a:t>
            </a:r>
            <a:r>
              <a:rPr lang="en-US"/>
              <a:t> document also states that three methods were used to suppress the attack: • Shielding: They covered the machine with multiple layers of various materials to prevent EM radiation. • Filtering: Filters were installed to stop the electromagnetic radiations. • Masking: They used multiple layers of fake signals to add noise to the original signal of the machine by assuming that it would protect their original signal. Though they used all three mentioned techniques, a modified version could not be placed because shifting all the machines to the Bell Labs was impossible. Moreover, using the mentioned techniques took much work to implement, as it introduced various operational issues like heat generated by the machine, etc.. Hence, the Signal Corps ordered the commanders to secure a radius of 100 feet.</a:t>
            </a:r>
          </a:p>
        </p:txBody>
      </p:sp>
      <p:sp>
        <p:nvSpPr>
          <p:cNvPr id="4" name="Slide Number Placeholder 3"/>
          <p:cNvSpPr>
            <a:spLocks noGrp="1"/>
          </p:cNvSpPr>
          <p:nvPr>
            <p:ph type="sldNum" sz="quarter" idx="5"/>
          </p:nvPr>
        </p:nvSpPr>
        <p:spPr/>
        <p:txBody>
          <a:bodyPr/>
          <a:lstStyle/>
          <a:p>
            <a:fld id="{13425285-5BEA-44E0-A713-C84B17B58B38}" type="slidenum">
              <a:rPr lang="en-US"/>
              <a:t>18</a:t>
            </a:fld>
            <a:endParaRPr lang="en-US"/>
          </a:p>
        </p:txBody>
      </p:sp>
    </p:spTree>
    <p:extLst>
      <p:ext uri="{BB962C8B-B14F-4D97-AF65-F5344CB8AC3E}">
        <p14:creationId xmlns:p14="http://schemas.microsoft.com/office/powerpoint/2010/main" val="3100982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we consider the overall side-channel category, then a research paper was published under the unclassified category titled “Electromagnetic Radiation from Video Display Units: An Eavesdropping Risk?” by Wim Van Eck[140]. Eck demonstrated eavesdropping on the CRT (Cathode Ray Tube) video display unit in this paper. Initially, he realized that radiation measurement was not synchronized, so images and pixels moved horizontally and vertically simultaneously. Later, with the help of a programmable digital frequency divider, WV Eck could reconstruct both horizontal and vertical synchronizations. He also proposed some solutions to avoid such Eck successfully eavesdropped on a real system, at a range of hundreds of </a:t>
            </a:r>
            <a:r>
              <a:rPr lang="en-US">
                <a:hlinkClick r:id="rId3"/>
              </a:rPr>
              <a:t>metres</a:t>
            </a:r>
            <a:r>
              <a:rPr lang="en-US"/>
              <a:t>, using just $15 worth of equipment plus a </a:t>
            </a:r>
            <a:r>
              <a:rPr lang="en-US">
                <a:hlinkClick r:id="rId4"/>
              </a:rPr>
              <a:t>television</a:t>
            </a:r>
            <a:r>
              <a:rPr lang="en-US"/>
              <a:t> set.</a:t>
            </a:r>
          </a:p>
        </p:txBody>
      </p:sp>
      <p:sp>
        <p:nvSpPr>
          <p:cNvPr id="4" name="Slide Number Placeholder 3"/>
          <p:cNvSpPr>
            <a:spLocks noGrp="1"/>
          </p:cNvSpPr>
          <p:nvPr>
            <p:ph type="sldNum" sz="quarter" idx="5"/>
          </p:nvPr>
        </p:nvSpPr>
        <p:spPr/>
        <p:txBody>
          <a:bodyPr/>
          <a:lstStyle/>
          <a:p>
            <a:fld id="{13425285-5BEA-44E0-A713-C84B17B58B38}" type="slidenum">
              <a:rPr lang="en-US"/>
              <a:t>19</a:t>
            </a:fld>
            <a:endParaRPr lang="en-US"/>
          </a:p>
        </p:txBody>
      </p:sp>
    </p:spTree>
    <p:extLst>
      <p:ext uri="{BB962C8B-B14F-4D97-AF65-F5344CB8AC3E}">
        <p14:creationId xmlns:p14="http://schemas.microsoft.com/office/powerpoint/2010/main" val="3228754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first papers to bring (theoretical) attention to the idea of using timing attacks to break cryptosystems. Provided the theoretical basis, but wasn’t considered a pertinent concern at the time. Paul C. Kocher [72, 73] introduced timing channels in 1996; he demonstrated how timing measurements of a system performing a cryptographic function could be used to find the secret key of various cryptosystems like Diffie-Hellman, DSS, RSA, and other systems. His work includes the techniques used in timing attacks, statistical analysis, and deriving the correlation between execution time and secret key to deduce the secret key. Later, researchers started thinking in various directions with the concept that a measured quantity can lead to information leakage, and this is how various side-channels [5, 17, 41, 45, 47, 48, 67, 89, 108, 111, 115, 120, 133, 134, 148, 150] were introduced.</a:t>
            </a:r>
          </a:p>
        </p:txBody>
      </p:sp>
      <p:sp>
        <p:nvSpPr>
          <p:cNvPr id="4" name="Slide Number Placeholder 3"/>
          <p:cNvSpPr>
            <a:spLocks noGrp="1"/>
          </p:cNvSpPr>
          <p:nvPr>
            <p:ph type="sldNum" sz="quarter" idx="5"/>
          </p:nvPr>
        </p:nvSpPr>
        <p:spPr/>
        <p:txBody>
          <a:bodyPr/>
          <a:lstStyle/>
          <a:p>
            <a:fld id="{13425285-5BEA-44E0-A713-C84B17B58B38}" type="slidenum">
              <a:rPr lang="en-US"/>
              <a:t>21</a:t>
            </a:fld>
            <a:endParaRPr lang="en-US"/>
          </a:p>
        </p:txBody>
      </p:sp>
    </p:spTree>
    <p:extLst>
      <p:ext uri="{BB962C8B-B14F-4D97-AF65-F5344CB8AC3E}">
        <p14:creationId xmlns:p14="http://schemas.microsoft.com/office/powerpoint/2010/main" val="2073303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the basic concept of side-channel attacks is to get the information by observing the process, hardware or any other component through the same device or sometimes external devices. Furthermore, exploit the observed data to deduce the information as seen in Fig. Below slide</a:t>
            </a:r>
          </a:p>
        </p:txBody>
      </p:sp>
      <p:sp>
        <p:nvSpPr>
          <p:cNvPr id="4" name="Slide Number Placeholder 3"/>
          <p:cNvSpPr>
            <a:spLocks noGrp="1"/>
          </p:cNvSpPr>
          <p:nvPr>
            <p:ph type="sldNum" sz="quarter" idx="5"/>
          </p:nvPr>
        </p:nvSpPr>
        <p:spPr/>
        <p:txBody>
          <a:bodyPr/>
          <a:lstStyle/>
          <a:p>
            <a:fld id="{13425285-5BEA-44E0-A713-C84B17B58B38}" type="slidenum">
              <a:rPr lang="en-US"/>
              <a:t>22</a:t>
            </a:fld>
            <a:endParaRPr lang="en-US"/>
          </a:p>
        </p:txBody>
      </p:sp>
    </p:spTree>
    <p:extLst>
      <p:ext uri="{BB962C8B-B14F-4D97-AF65-F5344CB8AC3E}">
        <p14:creationId xmlns:p14="http://schemas.microsoft.com/office/powerpoint/2010/main" val="2829973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r>
              <a:rPr lang="en-US"/>
              <a:t>Let us take an example of a vault where diamonds or many valuables are stored. Please assume the vault has a 6-digit pattern to open its mechanical lock. Then, there are 1,00,000 possible patterns to open the vault. If an attacker tries to break the vault’s mechanical lock with the brute force technique, at the side-channel has nothing to do with direct access to the confidential data, which is secure. In a side-channel attack, an attacker observes the leakage of nonfunctional characteristics such as timing, power, heat, EM emission, etc., later by training the model or comparing it with some known data is changed into the data the victim wanted to protect.</a:t>
            </a:r>
            <a:endParaRPr lang="en-US">
              <a:cs typeface="Calibri"/>
            </a:endParaRPr>
          </a:p>
        </p:txBody>
      </p:sp>
      <p:sp>
        <p:nvSpPr>
          <p:cNvPr id="4" name="Slide Number Placeholder 3"/>
          <p:cNvSpPr>
            <a:spLocks noGrp="1"/>
          </p:cNvSpPr>
          <p:nvPr>
            <p:ph type="sldNum" sz="quarter" idx="5"/>
          </p:nvPr>
        </p:nvSpPr>
        <p:spPr/>
        <p:txBody>
          <a:bodyPr/>
          <a:lstStyle/>
          <a:p>
            <a:fld id="{13425285-5BEA-44E0-A713-C84B17B58B38}" type="slidenum">
              <a:rPr lang="en-US"/>
              <a:t>23</a:t>
            </a:fld>
            <a:endParaRPr lang="en-US"/>
          </a:p>
        </p:txBody>
      </p:sp>
    </p:spTree>
    <p:extLst>
      <p:ext uri="{BB962C8B-B14F-4D97-AF65-F5344CB8AC3E}">
        <p14:creationId xmlns:p14="http://schemas.microsoft.com/office/powerpoint/2010/main" val="1777968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side-channel attack is completely different from traditional attacks. Some attacks might require the physical access of the system. Due to this being different from other attacks, we must follow the steps below to carry out this attack successfully. </a:t>
            </a:r>
          </a:p>
          <a:p>
            <a:r>
              <a:rPr lang="en-US"/>
              <a:t>A side-channel attack is completely different from traditional attacks. Some attacks might require the physical access of the system. Due to this being different from other attacks, we must follow the steps below to carry out this attack successfully. 1) Reconnaissance: Initially, the attacker gathers information about the target system or device, including its hardware and software configurations, use cases, and potential vulnerabilities. 2) Profiling: In this stage, the attacker collects baseline data about the target system or device, including its power consumption, timing behavior, electromagnetic emissions, or other side-channel characteristics. 3) Attack planning: In this stage, the attacker selects the appropriate side-channel attack technique based on the characteristics of the target system or device, as well as the level of access and resources available. 4) Attack execution: In this stage, the attacker executes the selected side-channel attack technique to infer information about the victim’s data or secret key. The attacker may use a combination of hardware and software tools to perform the attack, and may need to adapt their approach based on the results of the profiling stage. 5) Data analysis: In this stage, the attacker analyzes the data collected during the attack to extract sensitive information about the victim’s data or secret key. This may involve statistical analysis, machine learning algorithms, or other advanced techniques to extract meaningful patterns or correlations from the data. 6) Exploitation: In this stage, the attacker uses the information obtained from the side-channel attack to achieve their objectives, which may include accessing restricted data, impersonating the victim, or compromising the security of the system or device. 7) Covering tracks: In this stage, the attacker covers their tracks by removing any traces of the side-channel attack, including the data collected, the tools used, and any modifications made to the target system or device.</a:t>
            </a:r>
          </a:p>
        </p:txBody>
      </p:sp>
      <p:sp>
        <p:nvSpPr>
          <p:cNvPr id="4" name="Slide Number Placeholder 3"/>
          <p:cNvSpPr>
            <a:spLocks noGrp="1"/>
          </p:cNvSpPr>
          <p:nvPr>
            <p:ph type="sldNum" sz="quarter" idx="5"/>
          </p:nvPr>
        </p:nvSpPr>
        <p:spPr/>
        <p:txBody>
          <a:bodyPr/>
          <a:lstStyle/>
          <a:p>
            <a:fld id="{13425285-5BEA-44E0-A713-C84B17B58B38}" type="slidenum">
              <a:rPr lang="en-US"/>
              <a:t>24</a:t>
            </a:fld>
            <a:endParaRPr lang="en-US"/>
          </a:p>
        </p:txBody>
      </p:sp>
    </p:spTree>
    <p:extLst>
      <p:ext uri="{BB962C8B-B14F-4D97-AF65-F5344CB8AC3E}">
        <p14:creationId xmlns:p14="http://schemas.microsoft.com/office/powerpoint/2010/main" val="76226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code, the function </a:t>
            </a:r>
            <a:r>
              <a:rPr lang="en-US" dirty="0" err="1"/>
              <a:t>check_pin</a:t>
            </a:r>
            <a:r>
              <a:rPr lang="en-US" dirty="0"/>
              <a:t> takes an input string </a:t>
            </a:r>
            <a:r>
              <a:rPr lang="en-US" dirty="0" err="1"/>
              <a:t>input_pin</a:t>
            </a:r>
            <a:r>
              <a:rPr lang="en-US" dirty="0"/>
              <a:t> and compares it to a </a:t>
            </a:r>
            <a:r>
              <a:rPr lang="en-US" dirty="0" err="1"/>
              <a:t>correct_pin</a:t>
            </a:r>
            <a:r>
              <a:rPr lang="en-US" dirty="0"/>
              <a:t> string. It first checks if the input PIN has exactly 4 digits. Then it compares each digit of the input PIN to the corresponding digit of the correct PIN. If any digit is incorrect, it returns False immediately; otherwise, it returns True if all digits match.</a:t>
            </a:r>
          </a:p>
          <a:p>
            <a:r>
              <a:rPr lang="en-US" dirty="0"/>
              <a:t>The vulnerability to a timing attack lies in the fact that the function will return False as soon as it finds a mismatch. An attacker could measure the time it takes for the function to return False and deduce how many digits were correct before the check failed. Each additional correct digit would typically add a small amount of time to the function's execution.</a:t>
            </a:r>
          </a:p>
          <a:p>
            <a:endParaRPr lang="en-US" dirty="0">
              <a:cs typeface="Calibri"/>
            </a:endParaRPr>
          </a:p>
        </p:txBody>
      </p:sp>
      <p:sp>
        <p:nvSpPr>
          <p:cNvPr id="4" name="Slide Number Placeholder 3"/>
          <p:cNvSpPr>
            <a:spLocks noGrp="1"/>
          </p:cNvSpPr>
          <p:nvPr>
            <p:ph type="sldNum" sz="quarter" idx="5"/>
          </p:nvPr>
        </p:nvSpPr>
        <p:spPr/>
        <p:txBody>
          <a:bodyPr/>
          <a:lstStyle/>
          <a:p>
            <a:fld id="{13425285-5BEA-44E0-A713-C84B17B58B38}" type="slidenum">
              <a:rPr lang="en-US"/>
              <a:t>28</a:t>
            </a:fld>
            <a:endParaRPr lang="en-US"/>
          </a:p>
        </p:txBody>
      </p:sp>
    </p:spTree>
    <p:extLst>
      <p:ext uri="{BB962C8B-B14F-4D97-AF65-F5344CB8AC3E}">
        <p14:creationId xmlns:p14="http://schemas.microsoft.com/office/powerpoint/2010/main" val="4270053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gost</a:t>
            </a:r>
            <a:r>
              <a:rPr lang="en-US" dirty="0"/>
              <a:t> (GO Simple Tunnel) is a simple tunnel written in </a:t>
            </a:r>
            <a:r>
              <a:rPr lang="en-US" dirty="0" err="1"/>
              <a:t>golang</a:t>
            </a:r>
            <a:r>
              <a:rPr lang="en-US" dirty="0"/>
              <a:t>. Sensitive secrets such as passwords, token and API keys should be compared only using a constant-time comparison function. Untrusted input, sourced from a HTTP header, is compared directly with a secret. Since this comparison is not secure, an attacker can mount a side-channel timing attack to guess the password. As a workaround, this can be easily fixed using a constant time comparing function such as `crypto/</a:t>
            </a:r>
            <a:r>
              <a:rPr lang="en-US" dirty="0" err="1"/>
              <a:t>subtle`'s</a:t>
            </a:r>
            <a:r>
              <a:rPr lang="en-US" dirty="0"/>
              <a:t> `</a:t>
            </a:r>
            <a:r>
              <a:rPr lang="en-US" dirty="0" err="1"/>
              <a:t>ConstantTimeCompare</a:t>
            </a:r>
            <a:r>
              <a:rPr lang="en-US" dirty="0"/>
              <a:t>`. </a:t>
            </a:r>
            <a:endParaRPr lang="en-US"/>
          </a:p>
        </p:txBody>
      </p:sp>
      <p:sp>
        <p:nvSpPr>
          <p:cNvPr id="4" name="Slide Number Placeholder 3"/>
          <p:cNvSpPr>
            <a:spLocks noGrp="1"/>
          </p:cNvSpPr>
          <p:nvPr>
            <p:ph type="sldNum" sz="quarter" idx="5"/>
          </p:nvPr>
        </p:nvSpPr>
        <p:spPr/>
        <p:txBody>
          <a:bodyPr/>
          <a:lstStyle/>
          <a:p>
            <a:fld id="{13425285-5BEA-44E0-A713-C84B17B58B38}" type="slidenum">
              <a:rPr lang="en-US"/>
              <a:t>34</a:t>
            </a:fld>
            <a:endParaRPr lang="en-US"/>
          </a:p>
        </p:txBody>
      </p:sp>
    </p:spTree>
    <p:extLst>
      <p:ext uri="{BB962C8B-B14F-4D97-AF65-F5344CB8AC3E}">
        <p14:creationId xmlns:p14="http://schemas.microsoft.com/office/powerpoint/2010/main" val="4144353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2/22/2024</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9768492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2/22/2024</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8070912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2/22/2024</a:t>
            </a:fld>
            <a:endParaRPr lang="en-US"/>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6347023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2/22/2024</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51816667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2/22/2024</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98256604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2/22/2024</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5765207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2/22/2024</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0404524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2/22/2024</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3902309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2/22/2024</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3494973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2/22/2024</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4000683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2/22/2024</a:t>
            </a:fld>
            <a:endParaRPr lang="en-US"/>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endParaRPr lang="en-US"/>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3214447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2/22/2024</a:t>
            </a:fld>
            <a:endParaRPr lang="en-US"/>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230173585"/>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libela.org/vijesti/2781-obavezan-poligraf-za-seksualne-prijestupnike/"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18" Type="http://schemas.openxmlformats.org/officeDocument/2006/relationships/image" Target="../media/image35.sv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svg"/><Relationship Id="rId17" Type="http://schemas.openxmlformats.org/officeDocument/2006/relationships/image" Target="../media/image34.png"/><Relationship Id="rId2" Type="http://schemas.openxmlformats.org/officeDocument/2006/relationships/notesSlide" Target="../notesSlides/notesSlide7.xml"/><Relationship Id="rId16" Type="http://schemas.openxmlformats.org/officeDocument/2006/relationships/image" Target="../media/image33.svg"/><Relationship Id="rId20" Type="http://schemas.openxmlformats.org/officeDocument/2006/relationships/image" Target="../media/image37.svg"/><Relationship Id="rId1" Type="http://schemas.openxmlformats.org/officeDocument/2006/relationships/slideLayout" Target="../slideLayouts/slideLayout8.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19" Type="http://schemas.openxmlformats.org/officeDocument/2006/relationships/image" Target="../media/image36.pn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 Id="rId22" Type="http://schemas.openxmlformats.org/officeDocument/2006/relationships/image" Target="../media/image39.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paulkocher.com/doc/TimingAttacks.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5.sv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2" name="Rectangle 51">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ight Triangle 52">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Document 53">
            <a:extLst>
              <a:ext uri="{FF2B5EF4-FFF2-40B4-BE49-F238E27FC236}">
                <a16:creationId xmlns:a16="http://schemas.microsoft.com/office/drawing/2014/main" id="{B6DE7CCF-F894-44DD-9FA3-8BD0D5CE2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19901" y="1485903"/>
            <a:ext cx="6858000" cy="3886199"/>
          </a:xfrm>
          <a:prstGeom prst="flowChartDocument">
            <a:avLst/>
          </a:pr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55" name="Group 54">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8" name="Straight Connector 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453142" y="725467"/>
            <a:ext cx="5414255" cy="2784496"/>
          </a:xfrm>
        </p:spPr>
        <p:txBody>
          <a:bodyPr>
            <a:normAutofit fontScale="90000"/>
          </a:bodyPr>
          <a:lstStyle/>
          <a:p>
            <a:pPr algn="l"/>
            <a:r>
              <a:rPr lang="en-US" sz="4600" dirty="0">
                <a:solidFill>
                  <a:schemeClr val="tx2"/>
                </a:solidFill>
                <a:cs typeface="Calibri Light"/>
              </a:rPr>
              <a:t>SOFTWARE BASED SIDE CHANNEL ATTACKS AND DEFENSES: Introduction</a:t>
            </a:r>
            <a:endParaRPr lang="en-US" sz="4600" dirty="0">
              <a:solidFill>
                <a:schemeClr val="tx2"/>
              </a:solidFill>
            </a:endParaRPr>
          </a:p>
        </p:txBody>
      </p:sp>
      <p:sp>
        <p:nvSpPr>
          <p:cNvPr id="3" name="Subtitle 2"/>
          <p:cNvSpPr>
            <a:spLocks noGrp="1"/>
          </p:cNvSpPr>
          <p:nvPr>
            <p:ph type="subTitle" idx="1"/>
          </p:nvPr>
        </p:nvSpPr>
        <p:spPr>
          <a:xfrm>
            <a:off x="453142" y="3602038"/>
            <a:ext cx="5414255" cy="1560594"/>
          </a:xfrm>
        </p:spPr>
        <p:txBody>
          <a:bodyPr vert="horz" lIns="91440" tIns="45720" rIns="91440" bIns="45720" rtlCol="0" anchor="t">
            <a:normAutofit fontScale="77500" lnSpcReduction="20000"/>
          </a:bodyPr>
          <a:lstStyle/>
          <a:p>
            <a:pPr algn="l"/>
            <a:r>
              <a:rPr lang="en-US" b="1">
                <a:solidFill>
                  <a:schemeClr val="tx2"/>
                </a:solidFill>
                <a:cs typeface="Calibri"/>
              </a:rPr>
              <a:t>Ali Tashfeen</a:t>
            </a:r>
          </a:p>
          <a:p>
            <a:pPr algn="l"/>
            <a:r>
              <a:rPr lang="en-US">
                <a:solidFill>
                  <a:schemeClr val="tx2"/>
                </a:solidFill>
                <a:ea typeface="+mn-lt"/>
                <a:cs typeface="+mn-lt"/>
              </a:rPr>
              <a:t>mxalitashfeen@shockers.wichita.edu</a:t>
            </a:r>
          </a:p>
          <a:p>
            <a:pPr algn="l"/>
            <a:r>
              <a:rPr lang="en-US">
                <a:solidFill>
                  <a:schemeClr val="tx2"/>
                </a:solidFill>
                <a:cs typeface="Calibri"/>
              </a:rPr>
              <a:t>Wichita State University</a:t>
            </a:r>
          </a:p>
          <a:p>
            <a:pPr algn="l"/>
            <a:r>
              <a:rPr lang="en-US">
                <a:solidFill>
                  <a:schemeClr val="tx2"/>
                </a:solidFill>
                <a:cs typeface="Calibri"/>
              </a:rPr>
              <a:t>February 16, 2023</a:t>
            </a:r>
          </a:p>
        </p:txBody>
      </p:sp>
      <p:pic>
        <p:nvPicPr>
          <p:cNvPr id="7" name="Graphic 6" descr="Eye Scan outline">
            <a:extLst>
              <a:ext uri="{FF2B5EF4-FFF2-40B4-BE49-F238E27FC236}">
                <a16:creationId xmlns:a16="http://schemas.microsoft.com/office/drawing/2014/main" id="{C7CD8121-0C6E-FA99-345A-8FDC80B627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24255" y="1771072"/>
            <a:ext cx="2992581" cy="299258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3" name="Group 52">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4" name="Straight Connector 53">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4" name="Freeform: Shape 83">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6" name="Freeform: Shape 85">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8" name="Freeform: Shape 87">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90" name="Group 89">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1" name="Straight Connector 90">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21" name="Rectangle 120">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3" name="Rectangle 122">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Freeform: Shape 124">
            <a:extLst>
              <a:ext uri="{FF2B5EF4-FFF2-40B4-BE49-F238E27FC236}">
                <a16:creationId xmlns:a16="http://schemas.microsoft.com/office/drawing/2014/main" id="{26796024-DF17-4BB3-BF28-01E168A3C5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661" y="63892"/>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ight Triangle 126">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0" name="Straight Connector 129">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4B3B5C0-0A5F-173B-51DF-317E11DAD914}"/>
              </a:ext>
            </a:extLst>
          </p:cNvPr>
          <p:cNvSpPr>
            <a:spLocks noGrp="1"/>
          </p:cNvSpPr>
          <p:nvPr>
            <p:ph type="title"/>
          </p:nvPr>
        </p:nvSpPr>
        <p:spPr>
          <a:xfrm>
            <a:off x="453142" y="725467"/>
            <a:ext cx="5414255" cy="2784496"/>
          </a:xfrm>
        </p:spPr>
        <p:txBody>
          <a:bodyPr vert="horz" lIns="91440" tIns="45720" rIns="91440" bIns="45720" rtlCol="0" anchor="b">
            <a:normAutofit/>
          </a:bodyPr>
          <a:lstStyle/>
          <a:p>
            <a:r>
              <a:rPr lang="en-US" sz="5400">
                <a:solidFill>
                  <a:schemeClr val="tx2">
                    <a:alpha val="80000"/>
                  </a:schemeClr>
                </a:solidFill>
              </a:rPr>
              <a:t>What is a Side Channel?</a:t>
            </a:r>
          </a:p>
        </p:txBody>
      </p:sp>
      <p:pic>
        <p:nvPicPr>
          <p:cNvPr id="47" name="Picture 46" descr="Quizzical burrowing owl looking forward">
            <a:extLst>
              <a:ext uri="{FF2B5EF4-FFF2-40B4-BE49-F238E27FC236}">
                <a16:creationId xmlns:a16="http://schemas.microsoft.com/office/drawing/2014/main" id="{EF2CEE1A-836F-D490-43BB-03FFE6010C39}"/>
              </a:ext>
            </a:extLst>
          </p:cNvPr>
          <p:cNvPicPr>
            <a:picLocks noChangeAspect="1"/>
          </p:cNvPicPr>
          <p:nvPr/>
        </p:nvPicPr>
        <p:blipFill rotWithShape="1">
          <a:blip r:embed="rId2"/>
          <a:srcRect l="994" r="38090" b="4"/>
          <a:stretch/>
        </p:blipFill>
        <p:spPr>
          <a:xfrm>
            <a:off x="6189156" y="-3440"/>
            <a:ext cx="6015813" cy="6861439"/>
          </a:xfrm>
          <a:prstGeom prst="rect">
            <a:avLst/>
          </a:prstGeom>
        </p:spPr>
      </p:pic>
    </p:spTree>
    <p:extLst>
      <p:ext uri="{BB962C8B-B14F-4D97-AF65-F5344CB8AC3E}">
        <p14:creationId xmlns:p14="http://schemas.microsoft.com/office/powerpoint/2010/main" val="213020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Right Triangle 1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9" name="Group 18">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863DA02-3ADD-26B4-D630-C5F69EECDBE5}"/>
              </a:ext>
            </a:extLst>
          </p:cNvPr>
          <p:cNvSpPr>
            <a:spLocks noGrp="1"/>
          </p:cNvSpPr>
          <p:nvPr>
            <p:ph type="title"/>
          </p:nvPr>
        </p:nvSpPr>
        <p:spPr>
          <a:xfrm>
            <a:off x="457201" y="732348"/>
            <a:ext cx="4419600" cy="2240735"/>
          </a:xfrm>
        </p:spPr>
        <p:txBody>
          <a:bodyPr>
            <a:normAutofit/>
          </a:bodyPr>
          <a:lstStyle/>
          <a:p>
            <a:r>
              <a:rPr lang="en-US">
                <a:solidFill>
                  <a:schemeClr val="tx2"/>
                </a:solidFill>
                <a:ea typeface="+mj-lt"/>
                <a:cs typeface="+mj-lt"/>
              </a:rPr>
              <a:t>Real-life examples (Cont.)</a:t>
            </a:r>
          </a:p>
          <a:p>
            <a:endParaRPr lang="en-US">
              <a:solidFill>
                <a:schemeClr val="tx2"/>
              </a:solidFill>
              <a:cs typeface="Posterama"/>
            </a:endParaRPr>
          </a:p>
        </p:txBody>
      </p:sp>
      <p:sp>
        <p:nvSpPr>
          <p:cNvPr id="8" name="Content Placeholder 7">
            <a:extLst>
              <a:ext uri="{FF2B5EF4-FFF2-40B4-BE49-F238E27FC236}">
                <a16:creationId xmlns:a16="http://schemas.microsoft.com/office/drawing/2014/main" id="{949F13E7-C5AA-EF2A-3AA3-161BB075C9C2}"/>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dirty="0">
                <a:solidFill>
                  <a:schemeClr val="tx2"/>
                </a:solidFill>
              </a:rPr>
              <a:t>Source</a:t>
            </a:r>
            <a:endParaRPr lang="en-US" dirty="0">
              <a:solidFill>
                <a:schemeClr val="tx2"/>
              </a:solidFill>
            </a:endParaRPr>
          </a:p>
          <a:p>
            <a:pPr lvl="1">
              <a:buClr>
                <a:srgbClr val="FFFFFF"/>
              </a:buClr>
              <a:buFont typeface="Courier New" panose="020B0604020202020204" pitchFamily="34" charset="0"/>
              <a:buChar char="o"/>
            </a:pPr>
            <a:r>
              <a:rPr lang="en-US" sz="1400" dirty="0">
                <a:solidFill>
                  <a:schemeClr val="tx2"/>
                </a:solidFill>
                <a:ea typeface="+mn-lt"/>
                <a:cs typeface="+mn-lt"/>
              </a:rPr>
              <a:t>https://abc7.com/snow-lack-of-drug-bust-the-netherlands/514461/</a:t>
            </a:r>
          </a:p>
        </p:txBody>
      </p:sp>
      <p:pic>
        <p:nvPicPr>
          <p:cNvPr id="4" name="Content Placeholder 3" descr="A house with snow on roof">
            <a:extLst>
              <a:ext uri="{FF2B5EF4-FFF2-40B4-BE49-F238E27FC236}">
                <a16:creationId xmlns:a16="http://schemas.microsoft.com/office/drawing/2014/main" id="{6B4D7237-D61C-0F68-B663-AFD1A3D02A5A}"/>
              </a:ext>
            </a:extLst>
          </p:cNvPr>
          <p:cNvPicPr>
            <a:picLocks noChangeAspect="1"/>
          </p:cNvPicPr>
          <p:nvPr/>
        </p:nvPicPr>
        <p:blipFill>
          <a:blip r:embed="rId2"/>
          <a:stretch>
            <a:fillRect/>
          </a:stretch>
        </p:blipFill>
        <p:spPr>
          <a:xfrm>
            <a:off x="5235753" y="1583549"/>
            <a:ext cx="6763715" cy="3806071"/>
          </a:xfrm>
          <a:prstGeom prst="rect">
            <a:avLst/>
          </a:prstGeom>
        </p:spPr>
      </p:pic>
    </p:spTree>
    <p:extLst>
      <p:ext uri="{BB962C8B-B14F-4D97-AF65-F5344CB8AC3E}">
        <p14:creationId xmlns:p14="http://schemas.microsoft.com/office/powerpoint/2010/main" val="424954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ight Triangle 56">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61" name="Group 60">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62" name="Straight Connector 61">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FF12D20-EF5F-2860-2F36-DB1098DF250C}"/>
              </a:ext>
            </a:extLst>
          </p:cNvPr>
          <p:cNvSpPr>
            <a:spLocks noGrp="1"/>
          </p:cNvSpPr>
          <p:nvPr>
            <p:ph type="title"/>
          </p:nvPr>
        </p:nvSpPr>
        <p:spPr>
          <a:xfrm>
            <a:off x="457201" y="732348"/>
            <a:ext cx="4419600" cy="2240735"/>
          </a:xfrm>
        </p:spPr>
        <p:txBody>
          <a:bodyPr>
            <a:normAutofit/>
          </a:bodyPr>
          <a:lstStyle/>
          <a:p>
            <a:r>
              <a:rPr lang="en-US">
                <a:solidFill>
                  <a:schemeClr val="tx2"/>
                </a:solidFill>
                <a:ea typeface="+mj-lt"/>
                <a:cs typeface="+mj-lt"/>
              </a:rPr>
              <a:t>Real-life examples</a:t>
            </a:r>
            <a:endParaRPr lang="en-US">
              <a:solidFill>
                <a:schemeClr val="tx2"/>
              </a:solidFill>
            </a:endParaRPr>
          </a:p>
        </p:txBody>
      </p:sp>
      <p:sp>
        <p:nvSpPr>
          <p:cNvPr id="8" name="Content Placeholder 7">
            <a:extLst>
              <a:ext uri="{FF2B5EF4-FFF2-40B4-BE49-F238E27FC236}">
                <a16:creationId xmlns:a16="http://schemas.microsoft.com/office/drawing/2014/main" id="{7D37401E-A63D-3E6A-D88C-08364D5E9538}"/>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chemeClr val="tx2"/>
                </a:solidFill>
              </a:rPr>
              <a:t>Safe has two visible states</a:t>
            </a:r>
            <a:endParaRPr lang="en-US"/>
          </a:p>
          <a:p>
            <a:pPr lvl="2">
              <a:buClr>
                <a:srgbClr val="FFFFFF"/>
              </a:buClr>
              <a:buFont typeface="Wingdings" panose="020B0604020202020204" pitchFamily="34" charset="0"/>
              <a:buChar char="§"/>
            </a:pPr>
            <a:r>
              <a:rPr lang="en-US" sz="1800">
                <a:solidFill>
                  <a:schemeClr val="tx2"/>
                </a:solidFill>
              </a:rPr>
              <a:t>Open</a:t>
            </a:r>
          </a:p>
          <a:p>
            <a:pPr lvl="2">
              <a:buClr>
                <a:srgbClr val="FFFFFF"/>
              </a:buClr>
              <a:buFont typeface="Wingdings" panose="020B0604020202020204" pitchFamily="34" charset="0"/>
              <a:buChar char="§"/>
            </a:pPr>
            <a:r>
              <a:rPr lang="en-US" sz="1800">
                <a:solidFill>
                  <a:schemeClr val="tx2"/>
                </a:solidFill>
              </a:rPr>
              <a:t>Closed</a:t>
            </a:r>
          </a:p>
          <a:p>
            <a:pPr lvl="2">
              <a:buClr>
                <a:srgbClr val="FFFFFF"/>
              </a:buClr>
              <a:buFont typeface="Wingdings" panose="020B0604020202020204" pitchFamily="34" charset="0"/>
              <a:buChar char="§"/>
            </a:pPr>
            <a:endParaRPr lang="en-US" sz="1800">
              <a:solidFill>
                <a:schemeClr val="tx2"/>
              </a:solidFill>
            </a:endParaRPr>
          </a:p>
          <a:p>
            <a:pPr lvl="2">
              <a:buClr>
                <a:srgbClr val="FFFFFF"/>
              </a:buClr>
              <a:buFont typeface="Wingdings" panose="020B0604020202020204" pitchFamily="34" charset="0"/>
              <a:buChar char="§"/>
            </a:pPr>
            <a:r>
              <a:rPr lang="en-US" sz="1800">
                <a:solidFill>
                  <a:schemeClr val="tx2"/>
                </a:solidFill>
              </a:rPr>
              <a:t>But there is more information</a:t>
            </a:r>
          </a:p>
          <a:p>
            <a:pPr lvl="2">
              <a:buClr>
                <a:srgbClr val="FFFFFF"/>
              </a:buClr>
              <a:buFont typeface="Wingdings" panose="020B0604020202020204" pitchFamily="34" charset="0"/>
              <a:buChar char="§"/>
            </a:pPr>
            <a:r>
              <a:rPr lang="en-US" sz="1800">
                <a:solidFill>
                  <a:schemeClr val="tx2"/>
                </a:solidFill>
              </a:rPr>
              <a:t>Correct digit       lock clicks</a:t>
            </a:r>
          </a:p>
          <a:p>
            <a:pPr lvl="2">
              <a:buClr>
                <a:srgbClr val="FFFFFF"/>
              </a:buClr>
              <a:buFont typeface="Wingdings" panose="020B0604020202020204" pitchFamily="34" charset="0"/>
              <a:buChar char="§"/>
            </a:pPr>
            <a:r>
              <a:rPr lang="en-US" sz="1800">
                <a:solidFill>
                  <a:schemeClr val="tx2"/>
                </a:solidFill>
              </a:rPr>
              <a:t>Stethoscope detect it</a:t>
            </a:r>
          </a:p>
          <a:p>
            <a:pPr lvl="2">
              <a:buClr>
                <a:srgbClr val="FFFFFF"/>
              </a:buClr>
              <a:buFont typeface="Wingdings" panose="020B0604020202020204" pitchFamily="34" charset="0"/>
              <a:buChar char="§"/>
            </a:pPr>
            <a:endParaRPr lang="en-US" sz="1800">
              <a:solidFill>
                <a:schemeClr val="tx2"/>
              </a:solidFill>
            </a:endParaRPr>
          </a:p>
          <a:p>
            <a:pPr>
              <a:buClr>
                <a:srgbClr val="FFFFFF"/>
              </a:buClr>
            </a:pPr>
            <a:endParaRPr lang="en-US" sz="1800">
              <a:solidFill>
                <a:schemeClr val="tx2"/>
              </a:solidFill>
            </a:endParaRPr>
          </a:p>
        </p:txBody>
      </p:sp>
      <p:pic>
        <p:nvPicPr>
          <p:cNvPr id="4" name="Content Placeholder 3" descr="Banks raid customers' redraw savings">
            <a:extLst>
              <a:ext uri="{FF2B5EF4-FFF2-40B4-BE49-F238E27FC236}">
                <a16:creationId xmlns:a16="http://schemas.microsoft.com/office/drawing/2014/main" id="{865E8ACB-4D84-EAAA-BD59-E0AA55C80DCE}"/>
              </a:ext>
            </a:extLst>
          </p:cNvPr>
          <p:cNvPicPr>
            <a:picLocks noChangeAspect="1"/>
          </p:cNvPicPr>
          <p:nvPr/>
        </p:nvPicPr>
        <p:blipFill>
          <a:blip r:embed="rId2"/>
          <a:stretch>
            <a:fillRect/>
          </a:stretch>
        </p:blipFill>
        <p:spPr>
          <a:xfrm>
            <a:off x="5203767" y="1592044"/>
            <a:ext cx="6795701" cy="3822581"/>
          </a:xfrm>
          <a:prstGeom prst="rect">
            <a:avLst/>
          </a:prstGeom>
        </p:spPr>
      </p:pic>
      <p:sp>
        <p:nvSpPr>
          <p:cNvPr id="5" name="Arrow: Right 4">
            <a:extLst>
              <a:ext uri="{FF2B5EF4-FFF2-40B4-BE49-F238E27FC236}">
                <a16:creationId xmlns:a16="http://schemas.microsoft.com/office/drawing/2014/main" id="{22367E18-3B9B-208A-1245-15491750EB05}"/>
              </a:ext>
            </a:extLst>
          </p:cNvPr>
          <p:cNvSpPr/>
          <p:nvPr/>
        </p:nvSpPr>
        <p:spPr>
          <a:xfrm>
            <a:off x="2129979" y="5164854"/>
            <a:ext cx="288636" cy="254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619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4" name="Rectangle 53">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ight Triangle 54">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7" name="Group 56">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3" name="Straight Connector 22">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BEE1457-0180-B605-6A47-CD7CA145B6D8}"/>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Humans SCA</a:t>
            </a:r>
          </a:p>
        </p:txBody>
      </p:sp>
      <p:sp>
        <p:nvSpPr>
          <p:cNvPr id="58" name="Content Placeholder 10">
            <a:extLst>
              <a:ext uri="{FF2B5EF4-FFF2-40B4-BE49-F238E27FC236}">
                <a16:creationId xmlns:a16="http://schemas.microsoft.com/office/drawing/2014/main" id="{7FF4CFD8-8D28-9F8D-9871-2EC584DA2D9C}"/>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1800">
                <a:solidFill>
                  <a:schemeClr val="tx2"/>
                </a:solidFill>
              </a:rPr>
              <a:t>Tone</a:t>
            </a:r>
          </a:p>
          <a:p>
            <a:pPr>
              <a:buClr>
                <a:srgbClr val="FFFFFF"/>
              </a:buClr>
            </a:pPr>
            <a:r>
              <a:rPr lang="en-US" sz="1800">
                <a:solidFill>
                  <a:schemeClr val="tx2"/>
                </a:solidFill>
              </a:rPr>
              <a:t>Breathing</a:t>
            </a:r>
          </a:p>
          <a:p>
            <a:pPr>
              <a:buClr>
                <a:srgbClr val="FFFFFF"/>
              </a:buClr>
            </a:pPr>
            <a:r>
              <a:rPr lang="en-US" sz="1800">
                <a:solidFill>
                  <a:schemeClr val="tx2"/>
                </a:solidFill>
              </a:rPr>
              <a:t>Sweating</a:t>
            </a:r>
          </a:p>
          <a:p>
            <a:pPr>
              <a:buClr>
                <a:srgbClr val="FFFFFF"/>
              </a:buClr>
            </a:pPr>
            <a:r>
              <a:rPr lang="en-US" sz="1800">
                <a:solidFill>
                  <a:schemeClr val="tx2"/>
                </a:solidFill>
              </a:rPr>
              <a:t>..</a:t>
            </a:r>
          </a:p>
          <a:p>
            <a:pPr>
              <a:buClr>
                <a:srgbClr val="FFFFFF"/>
              </a:buClr>
            </a:pPr>
            <a:r>
              <a:rPr lang="en-US" sz="1800">
                <a:solidFill>
                  <a:schemeClr val="tx2"/>
                </a:solidFill>
              </a:rPr>
              <a:t>Conditions to pick them???</a:t>
            </a:r>
          </a:p>
          <a:p>
            <a:pPr>
              <a:buClr>
                <a:srgbClr val="FFFFFF"/>
              </a:buClr>
            </a:pPr>
            <a:endParaRPr lang="en-US" sz="1800">
              <a:solidFill>
                <a:schemeClr val="tx2"/>
              </a:solidFill>
            </a:endParaRPr>
          </a:p>
          <a:p>
            <a:pPr>
              <a:buClr>
                <a:srgbClr val="FFFFFF"/>
              </a:buClr>
            </a:pPr>
            <a:endParaRPr lang="en-US" sz="1800">
              <a:solidFill>
                <a:schemeClr val="tx2"/>
              </a:solidFill>
            </a:endParaRPr>
          </a:p>
          <a:p>
            <a:pPr>
              <a:buClr>
                <a:srgbClr val="FFFFFF"/>
              </a:buClr>
            </a:pPr>
            <a:endParaRPr lang="en-US" sz="1800">
              <a:solidFill>
                <a:schemeClr val="tx2"/>
              </a:solidFill>
            </a:endParaRPr>
          </a:p>
        </p:txBody>
      </p:sp>
      <p:pic>
        <p:nvPicPr>
          <p:cNvPr id="7" name="Content Placeholder 6" descr="Friends talking outside">
            <a:extLst>
              <a:ext uri="{FF2B5EF4-FFF2-40B4-BE49-F238E27FC236}">
                <a16:creationId xmlns:a16="http://schemas.microsoft.com/office/drawing/2014/main" id="{538625DE-8153-3B67-DD62-C89B727115E6}"/>
              </a:ext>
            </a:extLst>
          </p:cNvPr>
          <p:cNvPicPr>
            <a:picLocks noChangeAspect="1"/>
          </p:cNvPicPr>
          <p:nvPr/>
        </p:nvPicPr>
        <p:blipFill>
          <a:blip r:embed="rId3"/>
          <a:stretch>
            <a:fillRect/>
          </a:stretch>
        </p:blipFill>
        <p:spPr>
          <a:xfrm>
            <a:off x="5203767" y="1235269"/>
            <a:ext cx="6795701" cy="4536130"/>
          </a:xfrm>
          <a:prstGeom prst="rect">
            <a:avLst/>
          </a:prstGeom>
        </p:spPr>
      </p:pic>
    </p:spTree>
    <p:extLst>
      <p:ext uri="{BB962C8B-B14F-4D97-AF65-F5344CB8AC3E}">
        <p14:creationId xmlns:p14="http://schemas.microsoft.com/office/powerpoint/2010/main" val="3662976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2" name="Rectangle 30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4" name="Rectangle 303">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6" name="Right Triangle 30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310" name="Group 30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311" name="Straight Connector 31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03C86EE-1472-772A-B9D4-54E1B9EA4878}"/>
              </a:ext>
            </a:extLst>
          </p:cNvPr>
          <p:cNvSpPr>
            <a:spLocks noGrp="1"/>
          </p:cNvSpPr>
          <p:nvPr>
            <p:ph type="title"/>
          </p:nvPr>
        </p:nvSpPr>
        <p:spPr>
          <a:xfrm>
            <a:off x="457201" y="732348"/>
            <a:ext cx="4419600" cy="2240735"/>
          </a:xfrm>
        </p:spPr>
        <p:txBody>
          <a:bodyPr vert="horz" lIns="91440" tIns="45720" rIns="91440" bIns="45720" rtlCol="0">
            <a:normAutofit/>
          </a:bodyPr>
          <a:lstStyle/>
          <a:p>
            <a:r>
              <a:rPr lang="en-US">
                <a:solidFill>
                  <a:schemeClr val="tx2"/>
                </a:solidFill>
              </a:rPr>
              <a:t>Human Side-Channel Analysis</a:t>
            </a:r>
          </a:p>
        </p:txBody>
      </p:sp>
      <p:sp>
        <p:nvSpPr>
          <p:cNvPr id="299" name="Content Placeholder 298">
            <a:extLst>
              <a:ext uri="{FF2B5EF4-FFF2-40B4-BE49-F238E27FC236}">
                <a16:creationId xmlns:a16="http://schemas.microsoft.com/office/drawing/2014/main" id="{1384341B-F47B-BF4F-6A7F-4CA8DA3D964C}"/>
              </a:ext>
            </a:extLst>
          </p:cNvPr>
          <p:cNvSpPr>
            <a:spLocks noGrp="1"/>
          </p:cNvSpPr>
          <p:nvPr>
            <p:ph idx="1"/>
          </p:nvPr>
        </p:nvSpPr>
        <p:spPr>
          <a:xfrm>
            <a:off x="457201" y="3264832"/>
            <a:ext cx="4419600" cy="2983568"/>
          </a:xfrm>
        </p:spPr>
        <p:txBody>
          <a:bodyPr vert="horz" lIns="91440" tIns="45720" rIns="91440" bIns="45720" rtlCol="0" anchor="t">
            <a:normAutofit/>
          </a:bodyPr>
          <a:lstStyle/>
          <a:p>
            <a:pPr>
              <a:buClr>
                <a:srgbClr val="FFFFFF"/>
              </a:buClr>
            </a:pPr>
            <a:r>
              <a:rPr lang="en-US" sz="1800">
                <a:solidFill>
                  <a:schemeClr val="tx2"/>
                </a:solidFill>
                <a:ea typeface="+mn-lt"/>
                <a:cs typeface="+mn-lt"/>
              </a:rPr>
              <a:t>Heart rate, blood pressure, respiration, and skin conductivity.</a:t>
            </a:r>
            <a:endParaRPr lang="en-US" sz="1800">
              <a:solidFill>
                <a:schemeClr val="tx2"/>
              </a:solidFill>
            </a:endParaRPr>
          </a:p>
        </p:txBody>
      </p:sp>
      <p:pic>
        <p:nvPicPr>
          <p:cNvPr id="156" name="Picture 155" descr="A person sitting in an office chair with a computer&#10;&#10;Description automatically generated">
            <a:extLst>
              <a:ext uri="{FF2B5EF4-FFF2-40B4-BE49-F238E27FC236}">
                <a16:creationId xmlns:a16="http://schemas.microsoft.com/office/drawing/2014/main" id="{C37DA2F9-008D-971A-7570-CEE8AD5C28E2}"/>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484091" y="1365412"/>
            <a:ext cx="6199909" cy="4127176"/>
          </a:xfrm>
          <a:prstGeom prst="rect">
            <a:avLst/>
          </a:prstGeom>
        </p:spPr>
      </p:pic>
    </p:spTree>
    <p:extLst>
      <p:ext uri="{BB962C8B-B14F-4D97-AF65-F5344CB8AC3E}">
        <p14:creationId xmlns:p14="http://schemas.microsoft.com/office/powerpoint/2010/main" val="1382246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7F7C084A-330C-4243-AD92-F98B226F0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Freeform: Shape 11">
            <a:extLst>
              <a:ext uri="{FF2B5EF4-FFF2-40B4-BE49-F238E27FC236}">
                <a16:creationId xmlns:a16="http://schemas.microsoft.com/office/drawing/2014/main" id="{7F19A9C0-8335-4ABB-91B6-396031712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25" y="-1"/>
            <a:ext cx="1900796" cy="1487973"/>
          </a:xfrm>
          <a:custGeom>
            <a:avLst/>
            <a:gdLst>
              <a:gd name="connsiteX0" fmla="*/ 972945 w 1900796"/>
              <a:gd name="connsiteY0" fmla="*/ 0 h 1487973"/>
              <a:gd name="connsiteX1" fmla="*/ 1900796 w 1900796"/>
              <a:gd name="connsiteY1" fmla="*/ 0 h 1487973"/>
              <a:gd name="connsiteX2" fmla="*/ 1892752 w 1900796"/>
              <a:gd name="connsiteY2" fmla="*/ 21978 h 1487973"/>
              <a:gd name="connsiteX3" fmla="*/ 129456 w 1900796"/>
              <a:gd name="connsiteY3" fmla="*/ 1468215 h 1487973"/>
              <a:gd name="connsiteX4" fmla="*/ 0 w 1900796"/>
              <a:gd name="connsiteY4" fmla="*/ 1487973 h 1487973"/>
              <a:gd name="connsiteX5" fmla="*/ 0 w 1900796"/>
              <a:gd name="connsiteY5" fmla="*/ 656709 h 1487973"/>
              <a:gd name="connsiteX6" fmla="*/ 120652 w 1900796"/>
              <a:gd name="connsiteY6" fmla="*/ 625686 h 1487973"/>
              <a:gd name="connsiteX7" fmla="*/ 893935 w 1900796"/>
              <a:gd name="connsiteY7" fmla="*/ 105659 h 148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0796" h="1487973">
                <a:moveTo>
                  <a:pt x="972945" y="0"/>
                </a:moveTo>
                <a:lnTo>
                  <a:pt x="1900796" y="0"/>
                </a:lnTo>
                <a:lnTo>
                  <a:pt x="1892752" y="21978"/>
                </a:lnTo>
                <a:cubicBezTo>
                  <a:pt x="1582882" y="754592"/>
                  <a:pt x="926716" y="1305072"/>
                  <a:pt x="129456" y="1468215"/>
                </a:cubicBezTo>
                <a:lnTo>
                  <a:pt x="0" y="1487973"/>
                </a:lnTo>
                <a:lnTo>
                  <a:pt x="0" y="656709"/>
                </a:lnTo>
                <a:lnTo>
                  <a:pt x="120652" y="625686"/>
                </a:lnTo>
                <a:cubicBezTo>
                  <a:pt x="426975" y="530410"/>
                  <a:pt x="694570" y="347233"/>
                  <a:pt x="893935" y="105659"/>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Triangle 13">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3BA1208A-FAFD-4827-BF3E-A6B16CA01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78446" y="4912946"/>
            <a:ext cx="2010507" cy="1945055"/>
          </a:xfrm>
          <a:custGeom>
            <a:avLst/>
            <a:gdLst>
              <a:gd name="connsiteX0" fmla="*/ 2010507 w 2010507"/>
              <a:gd name="connsiteY0" fmla="*/ 0 h 1945055"/>
              <a:gd name="connsiteX1" fmla="*/ 2010507 w 2010507"/>
              <a:gd name="connsiteY1" fmla="*/ 834250 h 1945055"/>
              <a:gd name="connsiteX2" fmla="*/ 1918431 w 2010507"/>
              <a:gd name="connsiteY2" fmla="*/ 857925 h 1945055"/>
              <a:gd name="connsiteX3" fmla="*/ 846136 w 2010507"/>
              <a:gd name="connsiteY3" fmla="*/ 1930220 h 1945055"/>
              <a:gd name="connsiteX4" fmla="*/ 842322 w 2010507"/>
              <a:gd name="connsiteY4" fmla="*/ 1945055 h 1945055"/>
              <a:gd name="connsiteX5" fmla="*/ 0 w 2010507"/>
              <a:gd name="connsiteY5" fmla="*/ 1945055 h 1945055"/>
              <a:gd name="connsiteX6" fmla="*/ 3608 w 2010507"/>
              <a:gd name="connsiteY6" fmla="*/ 1921417 h 1945055"/>
              <a:gd name="connsiteX7" fmla="*/ 1909628 w 2010507"/>
              <a:gd name="connsiteY7" fmla="*/ 15396 h 194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0507" h="1945055">
                <a:moveTo>
                  <a:pt x="2010507" y="0"/>
                </a:moveTo>
                <a:lnTo>
                  <a:pt x="2010507" y="834250"/>
                </a:lnTo>
                <a:lnTo>
                  <a:pt x="1918431" y="857925"/>
                </a:lnTo>
                <a:cubicBezTo>
                  <a:pt x="1407892" y="1016719"/>
                  <a:pt x="1004930" y="1419681"/>
                  <a:pt x="846136" y="1930220"/>
                </a:cubicBezTo>
                <a:lnTo>
                  <a:pt x="842322" y="1945055"/>
                </a:lnTo>
                <a:lnTo>
                  <a:pt x="0" y="1945055"/>
                </a:lnTo>
                <a:lnTo>
                  <a:pt x="3608" y="1921417"/>
                </a:lnTo>
                <a:cubicBezTo>
                  <a:pt x="199379" y="964705"/>
                  <a:pt x="952916" y="211168"/>
                  <a:pt x="1909628" y="15396"/>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8" name="Group 17">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 name="Straight Connector 18">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D036FFB-A537-AF03-3115-BCAC6E9EA62C}"/>
              </a:ext>
            </a:extLst>
          </p:cNvPr>
          <p:cNvSpPr>
            <a:spLocks noGrp="1"/>
          </p:cNvSpPr>
          <p:nvPr>
            <p:ph type="ctrTitle"/>
          </p:nvPr>
        </p:nvSpPr>
        <p:spPr>
          <a:xfrm>
            <a:off x="453142" y="725467"/>
            <a:ext cx="10733204" cy="2784496"/>
          </a:xfrm>
        </p:spPr>
        <p:txBody>
          <a:bodyPr>
            <a:normAutofit/>
          </a:bodyPr>
          <a:lstStyle/>
          <a:p>
            <a:pPr algn="l"/>
            <a:r>
              <a:rPr lang="en-US">
                <a:solidFill>
                  <a:schemeClr val="tx2"/>
                </a:solidFill>
                <a:ea typeface="+mj-lt"/>
                <a:cs typeface="+mj-lt"/>
              </a:rPr>
              <a:t>Opportunities for SCA</a:t>
            </a:r>
            <a:endParaRPr lang="en-US">
              <a:solidFill>
                <a:schemeClr val="tx2"/>
              </a:solidFill>
            </a:endParaRPr>
          </a:p>
        </p:txBody>
      </p:sp>
      <p:sp>
        <p:nvSpPr>
          <p:cNvPr id="3" name="Subtitle 2">
            <a:extLst>
              <a:ext uri="{FF2B5EF4-FFF2-40B4-BE49-F238E27FC236}">
                <a16:creationId xmlns:a16="http://schemas.microsoft.com/office/drawing/2014/main" id="{2EFADB47-977D-3059-CC55-B3F660106C41}"/>
              </a:ext>
            </a:extLst>
          </p:cNvPr>
          <p:cNvSpPr>
            <a:spLocks noGrp="1"/>
          </p:cNvSpPr>
          <p:nvPr>
            <p:ph type="subTitle" idx="1"/>
          </p:nvPr>
        </p:nvSpPr>
        <p:spPr>
          <a:xfrm>
            <a:off x="453142" y="3602038"/>
            <a:ext cx="10733204" cy="1560594"/>
          </a:xfrm>
        </p:spPr>
        <p:txBody>
          <a:bodyPr vert="horz" lIns="91440" tIns="45720" rIns="91440" bIns="45720" rtlCol="0" anchor="t">
            <a:normAutofit/>
          </a:bodyPr>
          <a:lstStyle/>
          <a:p>
            <a:pPr algn="l"/>
            <a:r>
              <a:rPr lang="en-US">
                <a:solidFill>
                  <a:schemeClr val="tx2"/>
                </a:solidFill>
                <a:ea typeface="+mn-lt"/>
                <a:cs typeface="+mn-lt"/>
              </a:rPr>
              <a:t>IT systems have a vast attack surface due to their intricate hardware and software components, making them susceptible to various forms of side-channel exploits. </a:t>
            </a:r>
            <a:endParaRPr lang="en-US">
              <a:solidFill>
                <a:schemeClr val="tx2"/>
              </a:solidFill>
            </a:endParaRPr>
          </a:p>
        </p:txBody>
      </p:sp>
    </p:spTree>
    <p:extLst>
      <p:ext uri="{BB962C8B-B14F-4D97-AF65-F5344CB8AC3E}">
        <p14:creationId xmlns:p14="http://schemas.microsoft.com/office/powerpoint/2010/main" val="3959384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ight Triangle 1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16" name="Straight Connector 15">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7EB2E84-A426-F4CC-5443-EC02587A2977}"/>
              </a:ext>
            </a:extLst>
          </p:cNvPr>
          <p:cNvSpPr>
            <a:spLocks noGrp="1"/>
          </p:cNvSpPr>
          <p:nvPr>
            <p:ph type="title"/>
          </p:nvPr>
        </p:nvSpPr>
        <p:spPr>
          <a:xfrm>
            <a:off x="304804" y="339991"/>
            <a:ext cx="11502142" cy="1499851"/>
          </a:xfrm>
        </p:spPr>
        <p:txBody>
          <a:bodyPr>
            <a:normAutofit/>
          </a:bodyPr>
          <a:lstStyle/>
          <a:p>
            <a:pPr algn="ctr"/>
            <a:r>
              <a:rPr lang="en-US">
                <a:solidFill>
                  <a:schemeClr val="tx2">
                    <a:alpha val="80000"/>
                  </a:schemeClr>
                </a:solidFill>
                <a:ea typeface="+mj-lt"/>
                <a:cs typeface="+mj-lt"/>
              </a:rPr>
              <a:t>Side-Channel Attacks on IT Infrastructure</a:t>
            </a:r>
            <a:endParaRPr lang="en-US">
              <a:solidFill>
                <a:schemeClr val="tx2">
                  <a:alpha val="80000"/>
                </a:schemeClr>
              </a:solidFill>
            </a:endParaRPr>
          </a:p>
        </p:txBody>
      </p:sp>
      <p:graphicFrame>
        <p:nvGraphicFramePr>
          <p:cNvPr id="5" name="Content Placeholder 2">
            <a:extLst>
              <a:ext uri="{FF2B5EF4-FFF2-40B4-BE49-F238E27FC236}">
                <a16:creationId xmlns:a16="http://schemas.microsoft.com/office/drawing/2014/main" id="{1F24F71C-508A-39EA-137B-ECE39981CFE1}"/>
              </a:ext>
            </a:extLst>
          </p:cNvPr>
          <p:cNvGraphicFramePr>
            <a:graphicFrameLocks noGrp="1"/>
          </p:cNvGraphicFramePr>
          <p:nvPr>
            <p:ph idx="1"/>
            <p:extLst>
              <p:ext uri="{D42A27DB-BD31-4B8C-83A1-F6EECF244321}">
                <p14:modId xmlns:p14="http://schemas.microsoft.com/office/powerpoint/2010/main" val="2738741804"/>
              </p:ext>
            </p:extLst>
          </p:nvPr>
        </p:nvGraphicFramePr>
        <p:xfrm>
          <a:off x="304804" y="2057416"/>
          <a:ext cx="11502135" cy="3976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97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5" name="Rectangle 94">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7" name="Right Triangle 96">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0" name="Straight Connector 99">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E257421-34E0-7DF1-077A-A651406965BB}"/>
              </a:ext>
            </a:extLst>
          </p:cNvPr>
          <p:cNvSpPr>
            <a:spLocks noGrp="1"/>
          </p:cNvSpPr>
          <p:nvPr>
            <p:ph type="title"/>
          </p:nvPr>
        </p:nvSpPr>
        <p:spPr>
          <a:xfrm>
            <a:off x="457200" y="720772"/>
            <a:ext cx="3718767" cy="5531079"/>
          </a:xfrm>
        </p:spPr>
        <p:txBody>
          <a:bodyPr>
            <a:normAutofit/>
          </a:bodyPr>
          <a:lstStyle/>
          <a:p>
            <a:r>
              <a:rPr lang="en-US">
                <a:solidFill>
                  <a:schemeClr val="tx2">
                    <a:alpha val="80000"/>
                  </a:schemeClr>
                </a:solidFill>
                <a:cs typeface="Posterama"/>
              </a:rPr>
              <a:t>The Goal of SCA</a:t>
            </a:r>
            <a:endParaRPr lang="en-US">
              <a:solidFill>
                <a:schemeClr val="tx2">
                  <a:alpha val="80000"/>
                </a:schemeClr>
              </a:solidFill>
            </a:endParaRPr>
          </a:p>
        </p:txBody>
      </p:sp>
      <p:sp>
        <p:nvSpPr>
          <p:cNvPr id="130" name="Rectangle 129">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2">
            <a:extLst>
              <a:ext uri="{FF2B5EF4-FFF2-40B4-BE49-F238E27FC236}">
                <a16:creationId xmlns:a16="http://schemas.microsoft.com/office/drawing/2014/main" id="{AEEE73E6-EE3D-B067-F9DB-D567F0BF7993}"/>
              </a:ext>
            </a:extLst>
          </p:cNvPr>
          <p:cNvGraphicFramePr>
            <a:graphicFrameLocks noGrp="1"/>
          </p:cNvGraphicFramePr>
          <p:nvPr>
            <p:ph idx="1"/>
            <p:extLst>
              <p:ext uri="{D42A27DB-BD31-4B8C-83A1-F6EECF244321}">
                <p14:modId xmlns:p14="http://schemas.microsoft.com/office/powerpoint/2010/main" val="2877015047"/>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8765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2" name="Rectangle 451">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54" name="Group 453">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55" name="Straight Connector 454">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85" name="Freeform: Shape 484">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87" name="Freeform: Shape 486">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89" name="Rectangle 488">
            <a:extLst>
              <a:ext uri="{FF2B5EF4-FFF2-40B4-BE49-F238E27FC236}">
                <a16:creationId xmlns:a16="http://schemas.microsoft.com/office/drawing/2014/main" id="{1628D677-E857-4BF5-B3FB-25C771F5B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91" name="Group 490">
            <a:extLst>
              <a:ext uri="{FF2B5EF4-FFF2-40B4-BE49-F238E27FC236}">
                <a16:creationId xmlns:a16="http://schemas.microsoft.com/office/drawing/2014/main" id="{BCEF1EB5-A111-4BA4-9BCC-27B3B0C57B50}"/>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2" name="Straight Connector 491">
              <a:extLst>
                <a:ext uri="{FF2B5EF4-FFF2-40B4-BE49-F238E27FC236}">
                  <a16:creationId xmlns:a16="http://schemas.microsoft.com/office/drawing/2014/main" id="{F5E80B8A-977C-4C71-B6FC-7C0C3E6E1D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50ABAF2A-D42F-4B2D-B4CF-AFDACF9043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F866ACA5-97DE-4A0A-BD44-A951B682E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EC291560-00A5-4FF5-84AA-937BAF1EF4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9FEF0DC8-456C-4C69-8579-84379D80CF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1ABF7994-42A4-4E6B-B9E3-13A16DC0D9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A0FDEC70-D695-48AE-A027-D479087EE6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88DE3998-4152-4168-95E4-1EAD7F79E2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2CDCE9-08C5-447B-8FFF-A1902323F7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A5DB86E7-B504-430F-BFA7-EBC61BEC37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AD5FDC56-E13A-4C7D-A602-9D39955541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4FB091E5-E350-4287-BFAE-48205A32A8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B20969A8-4DEB-4E19-A8F2-4A7F14015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4F1EA483-764C-4EF9-B7A3-882C7DDE18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2F5F9D6E-699A-4360-9730-E2C65C1F4A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22D73A30-D74A-4177-9489-C201EB72B8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41BAD378-70AB-4C53-8FB6-9E37810B92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BF1E0702-FD3E-4935-A4F0-27BF788D07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44AAE06B-5588-4EA0-8B73-12E94A48A8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D8D9B261-9E3D-41A8-8939-3C5B98A29F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13B466BC-377F-46E2-AC43-8893EFDE54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BBAE60BE-DBC8-40C9-A6D6-D5E9E71C8E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D127C28A-1083-460C-8322-46AD6A9641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318BF843-7022-404F-B728-5BC10FBB67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9B052DD9-BF2B-43C7-952A-D5FE0432DF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89452FE4-F93C-4A5E-B723-012AC4CE79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4360E047-34D6-4014-AE14-6E82475DB9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A6282AC0-AE46-454A-8B23-5C07DBA4FA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75526549-A8B7-434B-960B-11A5EDC92C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22" name="Freeform: Shape 521">
            <a:extLst>
              <a:ext uri="{FF2B5EF4-FFF2-40B4-BE49-F238E27FC236}">
                <a16:creationId xmlns:a16="http://schemas.microsoft.com/office/drawing/2014/main" id="{C75C48E2-CDB9-4069-8964-960238272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524" name="Group 523">
            <a:extLst>
              <a:ext uri="{FF2B5EF4-FFF2-40B4-BE49-F238E27FC236}">
                <a16:creationId xmlns:a16="http://schemas.microsoft.com/office/drawing/2014/main" id="{DC199DE0-77A6-474F-BED3-3725A17AA19B}"/>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25" name="Straight Connector 524">
              <a:extLst>
                <a:ext uri="{FF2B5EF4-FFF2-40B4-BE49-F238E27FC236}">
                  <a16:creationId xmlns:a16="http://schemas.microsoft.com/office/drawing/2014/main" id="{7255A890-FC31-4351-9ACE-5DD3CA46D2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6" name="Straight Connector 525">
              <a:extLst>
                <a:ext uri="{FF2B5EF4-FFF2-40B4-BE49-F238E27FC236}">
                  <a16:creationId xmlns:a16="http://schemas.microsoft.com/office/drawing/2014/main" id="{D5E1378A-A79C-4568-865D-0D7B3AD83C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1AB12DBC-5F7C-4AB1-B227-E20C6CABF0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0D3E1181-9D12-495B-BE71-C5784FB723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E0A8C9A1-A349-4D35-96E9-04D1343910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BE096D4C-D2D3-435E-9572-10F62B3183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DAB9BEB3-4C81-4DAB-9287-0EFEE8BB27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62EA5343-255E-4828-9109-F523E35C6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4E11D57-A01A-427E-9275-9CB3B5645F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4C1A7606-EB9D-4E6E-A7E5-9E6F61603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797600C0-19D2-4D28-9C97-577D603CAA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161C0495-E0EA-40D4-89B1-60B4F3CDBF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DCB3F12-C8FC-4507-B48D-9F71E07847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BCAEE24A-5B32-4791-A745-C54E00D859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B59E15CD-1268-4492-8400-E483AD4D41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8E3D9089-7157-4A37-A56B-811B31551F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50FAE4DF-42CF-4CE9-B0AA-8E3BEFD32A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71A339B6-BDDC-4279-B1B0-4E1D908FAF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67B740E-FB86-4CD9-AFF0-A57E3CA2D1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A0BF21D4-EC38-4E06-80E2-FE77344EBD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089659B1-49C2-4B23-B59B-7552BB8592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6DB4DF5E-22E4-462A-918C-BE99CDC868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2A710CB0-6939-4FF3-B30C-674595DAA7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3307EE4F-993B-4E3C-8791-88E83AF802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550EFB7E-EAF2-440F-A03B-624F0751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628B1CEE-57C4-419E-A802-69C7C0431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3A34811E-5B18-403E-B92F-3F94E2BADE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F7A21F78-8407-48DD-8DAF-9B8FEA8CCD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E12484EE-AACC-443D-8079-25E06B5030A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555" name="Rectangle 554">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7" name="Rectangle 556">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9" name="Right Triangle 558">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13168" y="-280307"/>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Freeform: Shape 560">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08" y="4114802"/>
            <a:ext cx="12208310" cy="2743198"/>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563" name="Group 562">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64" name="Straight Connector 563">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470BD00-2184-D0D4-6B6C-1F4BF8600C9F}"/>
              </a:ext>
            </a:extLst>
          </p:cNvPr>
          <p:cNvSpPr>
            <a:spLocks noGrp="1"/>
          </p:cNvSpPr>
          <p:nvPr>
            <p:ph type="title"/>
          </p:nvPr>
        </p:nvSpPr>
        <p:spPr>
          <a:xfrm>
            <a:off x="453141" y="168276"/>
            <a:ext cx="11281651" cy="2232200"/>
          </a:xfrm>
        </p:spPr>
        <p:txBody>
          <a:bodyPr vert="horz" lIns="91440" tIns="45720" rIns="91440" bIns="45720" rtlCol="0" anchor="b">
            <a:normAutofit/>
          </a:bodyPr>
          <a:lstStyle/>
          <a:p>
            <a:pPr algn="ctr"/>
            <a:r>
              <a:rPr lang="en-US" sz="5400">
                <a:solidFill>
                  <a:schemeClr val="tx2"/>
                </a:solidFill>
              </a:rPr>
              <a:t>Intended communication channel</a:t>
            </a:r>
          </a:p>
        </p:txBody>
      </p:sp>
      <p:pic>
        <p:nvPicPr>
          <p:cNvPr id="7" name="Graphic 6" descr="Server outline">
            <a:extLst>
              <a:ext uri="{FF2B5EF4-FFF2-40B4-BE49-F238E27FC236}">
                <a16:creationId xmlns:a16="http://schemas.microsoft.com/office/drawing/2014/main" id="{98E45558-1960-E73D-ABBD-FDAF1DF70A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5288" y="3876542"/>
            <a:ext cx="2371666" cy="2371666"/>
          </a:xfrm>
          <a:prstGeom prst="rect">
            <a:avLst/>
          </a:prstGeom>
        </p:spPr>
      </p:pic>
      <p:pic>
        <p:nvPicPr>
          <p:cNvPr id="9" name="Graphic 8" descr="Usb Stick outline">
            <a:extLst>
              <a:ext uri="{FF2B5EF4-FFF2-40B4-BE49-F238E27FC236}">
                <a16:creationId xmlns:a16="http://schemas.microsoft.com/office/drawing/2014/main" id="{64D93669-8BB0-A5D7-77E7-20C4097AA2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90163" y="3876542"/>
            <a:ext cx="2371666" cy="2371666"/>
          </a:xfrm>
          <a:prstGeom prst="rect">
            <a:avLst/>
          </a:prstGeom>
        </p:spPr>
      </p:pic>
      <p:pic>
        <p:nvPicPr>
          <p:cNvPr id="40" name="Graphic 39" descr="Network diagram outline">
            <a:extLst>
              <a:ext uri="{FF2B5EF4-FFF2-40B4-BE49-F238E27FC236}">
                <a16:creationId xmlns:a16="http://schemas.microsoft.com/office/drawing/2014/main" id="{46CD0CED-490F-B7AE-F5F6-1AD99C29091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73476" y="3876542"/>
            <a:ext cx="2371666" cy="2371666"/>
          </a:xfrm>
          <a:prstGeom prst="rect">
            <a:avLst/>
          </a:prstGeom>
        </p:spPr>
      </p:pic>
    </p:spTree>
    <p:extLst>
      <p:ext uri="{BB962C8B-B14F-4D97-AF65-F5344CB8AC3E}">
        <p14:creationId xmlns:p14="http://schemas.microsoft.com/office/powerpoint/2010/main" val="557158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 name="Rectangle 173">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76" name="Group 175">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8" name="Straight Connector 107">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38" name="Freeform: Shape 137">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40" name="Freeform: Shape 139">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11" name="Rectangle 210">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44" name="Group 143">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45" name="Straight Connector 144">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75" name="Freeform: Shape 174">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77" name="Group 176">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78" name="Straight Connector 177">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08" name="Rectangle 207">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0" name="Rectangle 209">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2" name="Right Triangle 211">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Freeform: Shape 213">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16" name="Group 215">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17" name="Straight Connector 216">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8293E03-E547-DB22-87AC-724535FA5E9C}"/>
              </a:ext>
            </a:extLst>
          </p:cNvPr>
          <p:cNvSpPr>
            <a:spLocks noGrp="1"/>
          </p:cNvSpPr>
          <p:nvPr>
            <p:ph type="title"/>
          </p:nvPr>
        </p:nvSpPr>
        <p:spPr>
          <a:xfrm>
            <a:off x="430052" y="168275"/>
            <a:ext cx="11461278" cy="2574923"/>
          </a:xfrm>
        </p:spPr>
        <p:txBody>
          <a:bodyPr vert="horz" lIns="91440" tIns="45720" rIns="91440" bIns="45720" rtlCol="0" anchor="ctr">
            <a:normAutofit/>
          </a:bodyPr>
          <a:lstStyle/>
          <a:p>
            <a:r>
              <a:rPr lang="en-US" sz="5400">
                <a:solidFill>
                  <a:schemeClr val="tx2"/>
                </a:solidFill>
              </a:rPr>
              <a:t>Concepts related to side-channel attacks</a:t>
            </a:r>
          </a:p>
        </p:txBody>
      </p:sp>
      <p:graphicFrame>
        <p:nvGraphicFramePr>
          <p:cNvPr id="58" name="Content Placeholder 6">
            <a:extLst>
              <a:ext uri="{FF2B5EF4-FFF2-40B4-BE49-F238E27FC236}">
                <a16:creationId xmlns:a16="http://schemas.microsoft.com/office/drawing/2014/main" id="{030FDDB1-DAB4-4636-ABE8-A360C7E2F366}"/>
              </a:ext>
            </a:extLst>
          </p:cNvPr>
          <p:cNvGraphicFramePr>
            <a:graphicFrameLocks noGrp="1"/>
          </p:cNvGraphicFramePr>
          <p:nvPr>
            <p:ph idx="1"/>
            <p:extLst>
              <p:ext uri="{D42A27DB-BD31-4B8C-83A1-F6EECF244321}">
                <p14:modId xmlns:p14="http://schemas.microsoft.com/office/powerpoint/2010/main" val="3504221662"/>
              </p:ext>
            </p:extLst>
          </p:nvPr>
        </p:nvGraphicFramePr>
        <p:xfrm>
          <a:off x="1198180" y="3018968"/>
          <a:ext cx="9952536" cy="3164499"/>
        </p:xfrm>
        <a:graphic>
          <a:graphicData uri="http://schemas.openxmlformats.org/drawingml/2006/table">
            <a:tbl>
              <a:tblPr firstRow="1" bandRow="1">
                <a:noFill/>
                <a:tableStyleId>{5C22544A-7EE6-4342-B048-85BDC9FD1C3A}</a:tableStyleId>
              </a:tblPr>
              <a:tblGrid>
                <a:gridCol w="2622650">
                  <a:extLst>
                    <a:ext uri="{9D8B030D-6E8A-4147-A177-3AD203B41FA5}">
                      <a16:colId xmlns:a16="http://schemas.microsoft.com/office/drawing/2014/main" val="464628638"/>
                    </a:ext>
                  </a:extLst>
                </a:gridCol>
                <a:gridCol w="7329886">
                  <a:extLst>
                    <a:ext uri="{9D8B030D-6E8A-4147-A177-3AD203B41FA5}">
                      <a16:colId xmlns:a16="http://schemas.microsoft.com/office/drawing/2014/main" val="1463994147"/>
                    </a:ext>
                  </a:extLst>
                </a:gridCol>
              </a:tblGrid>
              <a:tr h="650437">
                <a:tc>
                  <a:txBody>
                    <a:bodyPr/>
                    <a:lstStyle/>
                    <a:p>
                      <a:r>
                        <a:rPr lang="en-US" sz="2000" b="1" cap="none" spc="0">
                          <a:solidFill>
                            <a:schemeClr val="tx1"/>
                          </a:solidFill>
                        </a:rPr>
                        <a:t>Term</a:t>
                      </a:r>
                      <a:endParaRPr lang="en-US" sz="2000" b="1" cap="none" spc="0" err="1">
                        <a:solidFill>
                          <a:schemeClr val="tx1"/>
                        </a:solidFill>
                      </a:endParaRPr>
                    </a:p>
                  </a:txBody>
                  <a:tcPr marL="0" marR="92791" marT="37117" marB="278374">
                    <a:lnL w="12700" cmpd="sng">
                      <a:noFill/>
                    </a:lnL>
                    <a:lnR w="12700" cmpd="sng">
                      <a:noFill/>
                    </a:lnR>
                    <a:lnT w="28575" cap="flat" cmpd="sng" algn="ctr">
                      <a:solidFill>
                        <a:schemeClr val="tx1"/>
                      </a:solidFill>
                      <a:prstDash val="solid"/>
                    </a:lnT>
                    <a:lnB w="38100" cmpd="sng">
                      <a:noFill/>
                    </a:lnB>
                    <a:noFill/>
                  </a:tcPr>
                </a:tc>
                <a:tc>
                  <a:txBody>
                    <a:bodyPr/>
                    <a:lstStyle/>
                    <a:p>
                      <a:r>
                        <a:rPr lang="en-US" sz="2000" b="1" cap="none" spc="0">
                          <a:solidFill>
                            <a:schemeClr val="tx1"/>
                          </a:solidFill>
                        </a:rPr>
                        <a:t>Explanation</a:t>
                      </a:r>
                    </a:p>
                  </a:txBody>
                  <a:tcPr marL="0" marR="92791" marT="37117" marB="278374">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3721527612"/>
                  </a:ext>
                </a:extLst>
              </a:tr>
              <a:tr h="1257031">
                <a:tc>
                  <a:txBody>
                    <a:bodyPr/>
                    <a:lstStyle/>
                    <a:p>
                      <a:pPr lvl="0">
                        <a:buNone/>
                      </a:pPr>
                      <a:r>
                        <a:rPr lang="en-US" sz="2000" b="0" i="0" u="none" strike="noStrike" cap="none" spc="0" noProof="0">
                          <a:solidFill>
                            <a:schemeClr val="tx1"/>
                          </a:solidFill>
                        </a:rPr>
                        <a:t>Side Channel Attack</a:t>
                      </a:r>
                      <a:endParaRPr lang="en-US" sz="2000" cap="none" spc="0">
                        <a:solidFill>
                          <a:schemeClr val="tx1"/>
                        </a:solidFill>
                      </a:endParaRPr>
                    </a:p>
                  </a:txBody>
                  <a:tcPr marL="0" marR="92791" marT="37117" marB="278374">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lvl="0">
                        <a:buNone/>
                      </a:pPr>
                      <a:r>
                        <a:rPr lang="en-US" sz="2000" b="0" i="0" u="none" strike="noStrike" cap="none" spc="0" noProof="0">
                          <a:solidFill>
                            <a:schemeClr val="tx1"/>
                          </a:solidFill>
                          <a:latin typeface="Avenir Next LT Pro"/>
                        </a:rPr>
                        <a:t>A type of cyber-attack where the attacker gains information from the physical implementation of a system, rather than weaknesses in the software itself.</a:t>
                      </a:r>
                      <a:endParaRPr lang="en-US" sz="2000" cap="none" spc="0">
                        <a:solidFill>
                          <a:schemeClr val="tx1"/>
                        </a:solidFill>
                      </a:endParaRPr>
                    </a:p>
                  </a:txBody>
                  <a:tcPr marL="0" marR="92791" marT="37117" marB="278374">
                    <a:lnL w="12700" cmpd="sng">
                      <a:noFill/>
                      <a:prstDash val="solid"/>
                    </a:lnL>
                    <a:lnR w="12700" cmpd="sng">
                      <a:noFill/>
                      <a:prstDash val="solid"/>
                    </a:lnR>
                    <a:lnT w="38100" cmpd="sng">
                      <a:noFill/>
                    </a:lnT>
                    <a:lnB w="6350" cap="flat" cmpd="sng" algn="ctr">
                      <a:solidFill>
                        <a:schemeClr val="tx1"/>
                      </a:solidFill>
                      <a:prstDash val="solid"/>
                    </a:lnB>
                    <a:noFill/>
                  </a:tcPr>
                </a:tc>
                <a:extLst>
                  <a:ext uri="{0D108BD9-81ED-4DB2-BD59-A6C34878D82A}">
                    <a16:rowId xmlns:a16="http://schemas.microsoft.com/office/drawing/2014/main" val="3408377981"/>
                  </a:ext>
                </a:extLst>
              </a:tr>
              <a:tr h="1257031">
                <a:tc>
                  <a:txBody>
                    <a:bodyPr/>
                    <a:lstStyle/>
                    <a:p>
                      <a:pPr lvl="0">
                        <a:buNone/>
                      </a:pPr>
                      <a:r>
                        <a:rPr lang="en-US" sz="2000" b="0" i="0" u="none" strike="noStrike" cap="none" spc="0" noProof="0">
                          <a:solidFill>
                            <a:schemeClr val="tx1"/>
                          </a:solidFill>
                          <a:latin typeface="Avenir Next LT Pro"/>
                        </a:rPr>
                        <a:t>Side Channel</a:t>
                      </a:r>
                      <a:endParaRPr lang="en-US" sz="2000" cap="none" spc="0">
                        <a:solidFill>
                          <a:schemeClr val="tx1"/>
                        </a:solidFill>
                      </a:endParaRPr>
                    </a:p>
                  </a:txBody>
                  <a:tcPr marL="0" marR="92791" marT="37117" marB="278374">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lvl="0">
                        <a:buNone/>
                      </a:pPr>
                      <a:r>
                        <a:rPr lang="en-US" sz="2000" b="0" i="0" u="none" strike="noStrike" cap="none" spc="0" noProof="0">
                          <a:solidFill>
                            <a:schemeClr val="tx1"/>
                          </a:solidFill>
                          <a:latin typeface="Avenir Next LT Pro"/>
                        </a:rPr>
                        <a:t>The unintended communication path that leaks information. This could be anything from power consumption, electromagnetic leaks, sound, or even timing information.</a:t>
                      </a:r>
                      <a:endParaRPr lang="en-US" sz="2000" cap="none" spc="0">
                        <a:solidFill>
                          <a:schemeClr val="tx1"/>
                        </a:solidFill>
                      </a:endParaRPr>
                    </a:p>
                  </a:txBody>
                  <a:tcPr marL="0" marR="92791" marT="37117" marB="278374">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726226807"/>
                  </a:ext>
                </a:extLst>
              </a:tr>
            </a:tbl>
          </a:graphicData>
        </a:graphic>
      </p:graphicFrame>
    </p:spTree>
    <p:extLst>
      <p:ext uri="{BB962C8B-B14F-4D97-AF65-F5344CB8AC3E}">
        <p14:creationId xmlns:p14="http://schemas.microsoft.com/office/powerpoint/2010/main" val="250969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 name="Rectangle 64">
            <a:extLst>
              <a:ext uri="{FF2B5EF4-FFF2-40B4-BE49-F238E27FC236}">
                <a16:creationId xmlns:a16="http://schemas.microsoft.com/office/drawing/2014/main" id="{5B62175A-9061-4508-B024-671E2C3C3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Right Triangle 66">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214827" cy="6858000"/>
            <a:chOff x="-6214" y="-1"/>
            <a:chExt cx="12214827" cy="6858000"/>
          </a:xfrm>
        </p:grpSpPr>
        <p:cxnSp>
          <p:nvCxnSpPr>
            <p:cNvPr id="70" name="Straight Connector 69">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7D7F7755-C305-4B28-8A86-8EA8898124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8293E03-E547-DB22-87AC-724535FA5E9C}"/>
              </a:ext>
            </a:extLst>
          </p:cNvPr>
          <p:cNvSpPr>
            <a:spLocks noGrp="1"/>
          </p:cNvSpPr>
          <p:nvPr>
            <p:ph type="title"/>
          </p:nvPr>
        </p:nvSpPr>
        <p:spPr>
          <a:xfrm>
            <a:off x="304804" y="339991"/>
            <a:ext cx="11502142" cy="1499851"/>
          </a:xfrm>
        </p:spPr>
        <p:txBody>
          <a:bodyPr vert="horz" lIns="91440" tIns="45720" rIns="91440" bIns="45720" rtlCol="0" anchor="ctr">
            <a:noAutofit/>
          </a:bodyPr>
          <a:lstStyle/>
          <a:p>
            <a:r>
              <a:rPr lang="en-US" sz="5400">
                <a:solidFill>
                  <a:schemeClr val="tx2"/>
                </a:solidFill>
                <a:ea typeface="+mj-lt"/>
                <a:cs typeface="+mj-lt"/>
              </a:rPr>
              <a:t>Concepts related to side-channel attacks</a:t>
            </a:r>
          </a:p>
          <a:p>
            <a:pPr algn="ctr"/>
            <a:endParaRPr lang="en-US">
              <a:solidFill>
                <a:schemeClr val="tx2">
                  <a:alpha val="80000"/>
                </a:schemeClr>
              </a:solidFill>
              <a:cs typeface="Posterama"/>
            </a:endParaRPr>
          </a:p>
        </p:txBody>
      </p:sp>
      <p:graphicFrame>
        <p:nvGraphicFramePr>
          <p:cNvPr id="58" name="Content Placeholder 6">
            <a:extLst>
              <a:ext uri="{FF2B5EF4-FFF2-40B4-BE49-F238E27FC236}">
                <a16:creationId xmlns:a16="http://schemas.microsoft.com/office/drawing/2014/main" id="{030FDDB1-DAB4-4636-ABE8-A360C7E2F366}"/>
              </a:ext>
            </a:extLst>
          </p:cNvPr>
          <p:cNvGraphicFramePr>
            <a:graphicFrameLocks noGrp="1"/>
          </p:cNvGraphicFramePr>
          <p:nvPr>
            <p:ph idx="1"/>
            <p:extLst>
              <p:ext uri="{D42A27DB-BD31-4B8C-83A1-F6EECF244321}">
                <p14:modId xmlns:p14="http://schemas.microsoft.com/office/powerpoint/2010/main" val="2652630770"/>
              </p:ext>
            </p:extLst>
          </p:nvPr>
        </p:nvGraphicFramePr>
        <p:xfrm>
          <a:off x="304804" y="2469657"/>
          <a:ext cx="11502136" cy="3152081"/>
        </p:xfrm>
        <a:graphic>
          <a:graphicData uri="http://schemas.openxmlformats.org/drawingml/2006/table">
            <a:tbl>
              <a:tblPr firstRow="1" bandRow="1">
                <a:noFill/>
                <a:tableStyleId>{5C22544A-7EE6-4342-B048-85BDC9FD1C3A}</a:tableStyleId>
              </a:tblPr>
              <a:tblGrid>
                <a:gridCol w="4386942">
                  <a:extLst>
                    <a:ext uri="{9D8B030D-6E8A-4147-A177-3AD203B41FA5}">
                      <a16:colId xmlns:a16="http://schemas.microsoft.com/office/drawing/2014/main" val="464628638"/>
                    </a:ext>
                  </a:extLst>
                </a:gridCol>
                <a:gridCol w="7115194">
                  <a:extLst>
                    <a:ext uri="{9D8B030D-6E8A-4147-A177-3AD203B41FA5}">
                      <a16:colId xmlns:a16="http://schemas.microsoft.com/office/drawing/2014/main" val="1463994147"/>
                    </a:ext>
                  </a:extLst>
                </a:gridCol>
              </a:tblGrid>
              <a:tr h="738795">
                <a:tc>
                  <a:txBody>
                    <a:bodyPr/>
                    <a:lstStyle/>
                    <a:p>
                      <a:r>
                        <a:rPr lang="en-US" sz="2800" b="1">
                          <a:solidFill>
                            <a:schemeClr val="tx1">
                              <a:lumMod val="75000"/>
                              <a:lumOff val="25000"/>
                            </a:schemeClr>
                          </a:solidFill>
                        </a:rPr>
                        <a:t>Term</a:t>
                      </a:r>
                      <a:endParaRPr lang="en-US" sz="2800" b="1" err="1">
                        <a:solidFill>
                          <a:schemeClr val="tx1">
                            <a:lumMod val="75000"/>
                            <a:lumOff val="25000"/>
                          </a:schemeClr>
                        </a:solidFill>
                      </a:endParaRPr>
                    </a:p>
                  </a:txBody>
                  <a:tcPr marL="280305" marR="210229" marT="140152" marB="140152">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r>
                        <a:rPr lang="en-US" sz="2800" b="1">
                          <a:solidFill>
                            <a:schemeClr val="tx1">
                              <a:lumMod val="75000"/>
                              <a:lumOff val="25000"/>
                            </a:schemeClr>
                          </a:solidFill>
                        </a:rPr>
                        <a:t>Explanation</a:t>
                      </a:r>
                    </a:p>
                  </a:txBody>
                  <a:tcPr marL="280305" marR="210229" marT="140152" marB="140152">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721527612"/>
                  </a:ext>
                </a:extLst>
              </a:tr>
              <a:tr h="1206643">
                <a:tc>
                  <a:txBody>
                    <a:bodyPr/>
                    <a:lstStyle/>
                    <a:p>
                      <a:pPr lvl="0">
                        <a:buNone/>
                      </a:pPr>
                      <a:r>
                        <a:rPr lang="en-US" sz="1900" b="0" i="0" u="none" strike="noStrike" noProof="0">
                          <a:solidFill>
                            <a:schemeClr val="tx1">
                              <a:lumMod val="75000"/>
                              <a:lumOff val="25000"/>
                            </a:schemeClr>
                          </a:solidFill>
                          <a:latin typeface="Avenir Next LT Pro"/>
                        </a:rPr>
                        <a:t>Information Leakage</a:t>
                      </a:r>
                      <a:endParaRPr lang="en-US" sz="1800"/>
                    </a:p>
                  </a:txBody>
                  <a:tcPr marL="280305" marR="210229" marT="140152" marB="14015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lvl="0">
                        <a:buNone/>
                      </a:pPr>
                      <a:r>
                        <a:rPr lang="en-US" sz="1900" b="0" i="0" u="none" strike="noStrike" noProof="0">
                          <a:solidFill>
                            <a:schemeClr val="tx1">
                              <a:lumMod val="75000"/>
                              <a:lumOff val="25000"/>
                            </a:schemeClr>
                          </a:solidFill>
                        </a:rPr>
                        <a:t>The process by which sensitive information is unintentionally exposed through a side channel, allowing attackers to gain insights into the system's operations or secrets.</a:t>
                      </a:r>
                      <a:endParaRPr lang="en-US" sz="1800"/>
                    </a:p>
                  </a:txBody>
                  <a:tcPr marL="280305" marR="210229" marT="140152" marB="14015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408377981"/>
                  </a:ext>
                </a:extLst>
              </a:tr>
              <a:tr h="1206643">
                <a:tc>
                  <a:txBody>
                    <a:bodyPr/>
                    <a:lstStyle/>
                    <a:p>
                      <a:pPr lvl="0">
                        <a:buNone/>
                      </a:pPr>
                      <a:r>
                        <a:rPr lang="en-US" sz="1900" b="0" i="0" u="none" strike="noStrike" noProof="0">
                          <a:solidFill>
                            <a:schemeClr val="tx1">
                              <a:lumMod val="75000"/>
                              <a:lumOff val="25000"/>
                            </a:schemeClr>
                          </a:solidFill>
                        </a:rPr>
                        <a:t>Side Channel Analysis</a:t>
                      </a:r>
                      <a:endParaRPr lang="en-US" sz="1800"/>
                    </a:p>
                  </a:txBody>
                  <a:tcPr marL="280305" marR="210229" marT="140152" marB="14015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lvl="0">
                        <a:buNone/>
                      </a:pPr>
                      <a:r>
                        <a:rPr lang="en-US" sz="1900" b="0" i="0" u="none" strike="noStrike" noProof="0">
                          <a:solidFill>
                            <a:schemeClr val="tx1">
                              <a:lumMod val="75000"/>
                              <a:lumOff val="25000"/>
                            </a:schemeClr>
                          </a:solidFill>
                        </a:rPr>
                        <a:t>The technique of analyzing information gained from side channels to uncover secrets or vulnerabilities in a system, often used in side-channel attacks.</a:t>
                      </a:r>
                      <a:endParaRPr lang="en-US" sz="1800"/>
                    </a:p>
                  </a:txBody>
                  <a:tcPr marL="280305" marR="210229" marT="140152" marB="14015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726226807"/>
                  </a:ext>
                </a:extLst>
              </a:tr>
            </a:tbl>
          </a:graphicData>
        </a:graphic>
      </p:graphicFrame>
    </p:spTree>
    <p:extLst>
      <p:ext uri="{BB962C8B-B14F-4D97-AF65-F5344CB8AC3E}">
        <p14:creationId xmlns:p14="http://schemas.microsoft.com/office/powerpoint/2010/main" val="1529949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7" name="Rectangle 66">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9" name="Right Triangle 68">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3" name="Group 72">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74" name="Straight Connector 73">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615D07F2-2E57-9FC6-402A-9A1C902DC78D}"/>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Covert Channel</a:t>
            </a:r>
            <a:endParaRPr lang="en-US">
              <a:solidFill>
                <a:schemeClr val="tx2"/>
              </a:solidFill>
            </a:endParaRPr>
          </a:p>
        </p:txBody>
      </p:sp>
      <p:pic>
        <p:nvPicPr>
          <p:cNvPr id="9" name="Content Placeholder 8" descr="Test Dummy outline">
            <a:extLst>
              <a:ext uri="{FF2B5EF4-FFF2-40B4-BE49-F238E27FC236}">
                <a16:creationId xmlns:a16="http://schemas.microsoft.com/office/drawing/2014/main" id="{56F7AA3E-F80E-9136-B1D7-2D8D4CE9B39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293093" y="3500360"/>
            <a:ext cx="1953490" cy="1953490"/>
          </a:xfrm>
        </p:spPr>
      </p:pic>
      <p:graphicFrame>
        <p:nvGraphicFramePr>
          <p:cNvPr id="60" name="Content Placeholder 7">
            <a:extLst>
              <a:ext uri="{FF2B5EF4-FFF2-40B4-BE49-F238E27FC236}">
                <a16:creationId xmlns:a16="http://schemas.microsoft.com/office/drawing/2014/main" id="{196DEFFA-5033-9681-F619-CA79B966FF32}"/>
              </a:ext>
            </a:extLst>
          </p:cNvPr>
          <p:cNvGraphicFramePr>
            <a:graphicFrameLocks/>
          </p:cNvGraphicFramePr>
          <p:nvPr>
            <p:extLst>
              <p:ext uri="{D42A27DB-BD31-4B8C-83A1-F6EECF244321}">
                <p14:modId xmlns:p14="http://schemas.microsoft.com/office/powerpoint/2010/main" val="3157079711"/>
              </p:ext>
            </p:extLst>
          </p:nvPr>
        </p:nvGraphicFramePr>
        <p:xfrm>
          <a:off x="5203767" y="1579190"/>
          <a:ext cx="6795702" cy="3848290"/>
        </p:xfrm>
        <a:graphic>
          <a:graphicData uri="http://schemas.openxmlformats.org/drawingml/2006/table">
            <a:tbl>
              <a:tblPr bandRow="1">
                <a:solidFill>
                  <a:schemeClr val="bg1">
                    <a:lumMod val="95000"/>
                  </a:schemeClr>
                </a:solidFill>
                <a:tableStyleId>{5C22544A-7EE6-4342-B048-85BDC9FD1C3A}</a:tableStyleId>
              </a:tblPr>
              <a:tblGrid>
                <a:gridCol w="1561596">
                  <a:extLst>
                    <a:ext uri="{9D8B030D-6E8A-4147-A177-3AD203B41FA5}">
                      <a16:colId xmlns:a16="http://schemas.microsoft.com/office/drawing/2014/main" val="199659456"/>
                    </a:ext>
                  </a:extLst>
                </a:gridCol>
                <a:gridCol w="2576516">
                  <a:extLst>
                    <a:ext uri="{9D8B030D-6E8A-4147-A177-3AD203B41FA5}">
                      <a16:colId xmlns:a16="http://schemas.microsoft.com/office/drawing/2014/main" val="2887327703"/>
                    </a:ext>
                  </a:extLst>
                </a:gridCol>
                <a:gridCol w="2657590">
                  <a:extLst>
                    <a:ext uri="{9D8B030D-6E8A-4147-A177-3AD203B41FA5}">
                      <a16:colId xmlns:a16="http://schemas.microsoft.com/office/drawing/2014/main" val="1450157374"/>
                    </a:ext>
                  </a:extLst>
                </a:gridCol>
              </a:tblGrid>
              <a:tr h="354562">
                <a:tc>
                  <a:txBody>
                    <a:bodyPr/>
                    <a:lstStyle/>
                    <a:p>
                      <a:r>
                        <a:rPr lang="en-US" sz="1100" b="1" cap="none" spc="0">
                          <a:solidFill>
                            <a:schemeClr val="tx1"/>
                          </a:solidFill>
                        </a:rPr>
                        <a:t>Term</a:t>
                      </a:r>
                      <a:endParaRPr lang="en-US" sz="1100" cap="none" spc="0">
                        <a:solidFill>
                          <a:schemeClr val="tx1"/>
                        </a:solidFill>
                      </a:endParaRPr>
                    </a:p>
                  </a:txBody>
                  <a:tcPr marL="60535" marR="86478" marT="17296" marB="129718" anchor="ctr">
                    <a:lnL w="12700" cap="flat" cmpd="sng" algn="ctr">
                      <a:solidFill>
                        <a:schemeClr val="tx1"/>
                      </a:solidFill>
                      <a:prstDash val="solid"/>
                    </a:lnL>
                    <a:lnR w="12700" cmpd="sng">
                      <a:noFill/>
                      <a:prstDash val="solid"/>
                    </a:lnR>
                    <a:lnT w="9525" cap="flat" cmpd="sng" algn="ctr">
                      <a:noFill/>
                      <a:prstDash val="solid"/>
                    </a:lnT>
                    <a:lnB w="9525" cap="flat" cmpd="sng" algn="ctr">
                      <a:noFill/>
                      <a:prstDash val="solid"/>
                    </a:lnB>
                    <a:solidFill>
                      <a:schemeClr val="bg1">
                        <a:lumMod val="95000"/>
                      </a:schemeClr>
                    </a:solidFill>
                  </a:tcPr>
                </a:tc>
                <a:tc>
                  <a:txBody>
                    <a:bodyPr/>
                    <a:lstStyle/>
                    <a:p>
                      <a:r>
                        <a:rPr lang="en-US" sz="1100" b="1" cap="none" spc="0">
                          <a:solidFill>
                            <a:schemeClr val="tx1"/>
                          </a:solidFill>
                        </a:rPr>
                        <a:t>Explanation</a:t>
                      </a:r>
                      <a:endParaRPr lang="en-US" sz="1100" cap="none" spc="0">
                        <a:solidFill>
                          <a:schemeClr val="tx1"/>
                        </a:solidFill>
                      </a:endParaRPr>
                    </a:p>
                  </a:txBody>
                  <a:tcPr marL="60535" marR="86478" marT="17296" marB="129718" anchor="ctr">
                    <a:lnL w="12700" cmpd="sng">
                      <a:noFill/>
                      <a:prstDash val="solid"/>
                    </a:lnL>
                    <a:lnR w="12700" cmpd="sng">
                      <a:noFill/>
                      <a:prstDash val="solid"/>
                    </a:lnR>
                    <a:lnT w="9525" cap="flat" cmpd="sng" algn="ctr">
                      <a:noFill/>
                      <a:prstDash val="solid"/>
                    </a:lnT>
                    <a:lnB w="9525" cap="flat" cmpd="sng" algn="ctr">
                      <a:noFill/>
                      <a:prstDash val="solid"/>
                    </a:lnB>
                    <a:solidFill>
                      <a:schemeClr val="bg1">
                        <a:lumMod val="95000"/>
                      </a:schemeClr>
                    </a:solidFill>
                  </a:tcPr>
                </a:tc>
                <a:tc>
                  <a:txBody>
                    <a:bodyPr/>
                    <a:lstStyle/>
                    <a:p>
                      <a:r>
                        <a:rPr lang="en-US" sz="1100" b="1" cap="none" spc="0">
                          <a:solidFill>
                            <a:schemeClr val="tx1"/>
                          </a:solidFill>
                        </a:rPr>
                        <a:t>Covert Channel</a:t>
                      </a:r>
                      <a:endParaRPr lang="en-US" sz="1100" cap="none" spc="0">
                        <a:solidFill>
                          <a:schemeClr val="tx1"/>
                        </a:solidFill>
                      </a:endParaRPr>
                    </a:p>
                  </a:txBody>
                  <a:tcPr marL="60535" marR="86478" marT="17296" marB="129718" anchor="ctr">
                    <a:lnL w="12700" cmpd="sng">
                      <a:noFill/>
                      <a:prstDash val="solid"/>
                    </a:lnL>
                    <a:lnR w="12700" cmpd="sng">
                      <a:noFill/>
                      <a:prstDash val="solid"/>
                    </a:lnR>
                    <a:lnT w="9525" cap="flat" cmpd="sng" algn="ctr">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663927621"/>
                  </a:ext>
                </a:extLst>
              </a:tr>
              <a:tr h="873432">
                <a:tc>
                  <a:txBody>
                    <a:bodyPr/>
                    <a:lstStyle/>
                    <a:p>
                      <a:r>
                        <a:rPr lang="en-US" sz="1100" cap="none" spc="0">
                          <a:solidFill>
                            <a:schemeClr val="tx1"/>
                          </a:solidFill>
                        </a:rPr>
                        <a:t>Side Channel Attack</a:t>
                      </a:r>
                    </a:p>
                  </a:txBody>
                  <a:tcPr marL="60535" marR="86478" marT="17296" marB="12971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100" cap="none" spc="0">
                          <a:solidFill>
                            <a:schemeClr val="tx1"/>
                          </a:solidFill>
                        </a:rPr>
                        <a:t>An attack exploiting physical system implementations to gain information, bypassing software weaknesses.</a:t>
                      </a:r>
                    </a:p>
                  </a:txBody>
                  <a:tcPr marL="60535" marR="86478" marT="17296" marB="12971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100" cap="none" spc="0">
                          <a:solidFill>
                            <a:schemeClr val="tx1"/>
                          </a:solidFill>
                        </a:rPr>
                        <a:t>A method where information is transmitted secretly using a channel not intended for communication, often between processes within a system.</a:t>
                      </a:r>
                    </a:p>
                  </a:txBody>
                  <a:tcPr marL="60535" marR="86478" marT="17296" marB="12971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17534018"/>
                  </a:ext>
                </a:extLst>
              </a:tr>
              <a:tr h="873432">
                <a:tc>
                  <a:txBody>
                    <a:bodyPr/>
                    <a:lstStyle/>
                    <a:p>
                      <a:r>
                        <a:rPr lang="en-US" sz="1100" cap="none" spc="0">
                          <a:solidFill>
                            <a:schemeClr val="tx1"/>
                          </a:solidFill>
                        </a:rPr>
                        <a:t>Side Channel</a:t>
                      </a:r>
                    </a:p>
                  </a:txBody>
                  <a:tcPr marL="60535" marR="86478" marT="17296" marB="129718"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r>
                        <a:rPr lang="en-US" sz="1100" cap="none" spc="0">
                          <a:solidFill>
                            <a:schemeClr val="tx1"/>
                          </a:solidFill>
                        </a:rPr>
                        <a:t>An unintentional path that leaks information through physical means like power, electromagnetic signals, sound, or timing.</a:t>
                      </a:r>
                    </a:p>
                  </a:txBody>
                  <a:tcPr marL="60535" marR="86478" marT="17296" marB="129718"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r>
                        <a:rPr lang="en-US" sz="1100" cap="none" spc="0">
                          <a:solidFill>
                            <a:schemeClr val="tx1"/>
                          </a:solidFill>
                        </a:rPr>
                        <a:t>A hidden path that allows the transfer of information in a manner violating the system's security policy.</a:t>
                      </a:r>
                    </a:p>
                  </a:txBody>
                  <a:tcPr marL="60535" marR="86478" marT="17296" marB="129718"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719724498"/>
                  </a:ext>
                </a:extLst>
              </a:tr>
              <a:tr h="873432">
                <a:tc>
                  <a:txBody>
                    <a:bodyPr/>
                    <a:lstStyle/>
                    <a:p>
                      <a:r>
                        <a:rPr lang="en-US" sz="1100" cap="none" spc="0">
                          <a:solidFill>
                            <a:schemeClr val="tx1"/>
                          </a:solidFill>
                        </a:rPr>
                        <a:t>Information Leakage</a:t>
                      </a:r>
                    </a:p>
                  </a:txBody>
                  <a:tcPr marL="60535" marR="86478" marT="17296" marB="12971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100" cap="none" spc="0">
                          <a:solidFill>
                            <a:schemeClr val="tx1"/>
                          </a:solidFill>
                        </a:rPr>
                        <a:t>The accidental exposure of sensitive information through side channels, revealing system operations or secrets.</a:t>
                      </a:r>
                    </a:p>
                  </a:txBody>
                  <a:tcPr marL="60535" marR="86478" marT="17296" marB="12971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r>
                        <a:rPr lang="en-US" sz="1100" cap="none" spc="0">
                          <a:solidFill>
                            <a:schemeClr val="tx1"/>
                          </a:solidFill>
                        </a:rPr>
                        <a:t>The unintended and unauthorized transmission of information across the covert channel.</a:t>
                      </a:r>
                    </a:p>
                  </a:txBody>
                  <a:tcPr marL="60535" marR="86478" marT="17296" marB="12971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91788217"/>
                  </a:ext>
                </a:extLst>
              </a:tr>
              <a:tr h="873432">
                <a:tc>
                  <a:txBody>
                    <a:bodyPr/>
                    <a:lstStyle/>
                    <a:p>
                      <a:r>
                        <a:rPr lang="en-US" sz="1100" cap="none" spc="0">
                          <a:solidFill>
                            <a:schemeClr val="tx1"/>
                          </a:solidFill>
                        </a:rPr>
                        <a:t>Side Channel Analysis</a:t>
                      </a:r>
                    </a:p>
                  </a:txBody>
                  <a:tcPr marL="60535" marR="86478" marT="17296" marB="129718"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rPr>
                        <a:t>Analyzing leaked information from side channels to uncover system vulnerabilities or secrets.</a:t>
                      </a:r>
                    </a:p>
                  </a:txBody>
                  <a:tcPr marL="60535" marR="86478" marT="17296" marB="12971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rPr>
                        <a:t>The process of detecting and decoding messages passed through covert channels, often to breach security protocols.</a:t>
                      </a:r>
                    </a:p>
                  </a:txBody>
                  <a:tcPr marL="60535" marR="86478" marT="17296" marB="12971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161608492"/>
                  </a:ext>
                </a:extLst>
              </a:tr>
            </a:tbl>
          </a:graphicData>
        </a:graphic>
      </p:graphicFrame>
    </p:spTree>
    <p:extLst>
      <p:ext uri="{BB962C8B-B14F-4D97-AF65-F5344CB8AC3E}">
        <p14:creationId xmlns:p14="http://schemas.microsoft.com/office/powerpoint/2010/main" val="3598245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43517DAF-BA0B-48C9-8544-2D295C68F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20AB72C-20FB-424A-B116-9771F33F0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4" y="4062405"/>
            <a:ext cx="3509907" cy="2795595"/>
          </a:xfrm>
          <a:custGeom>
            <a:avLst/>
            <a:gdLst>
              <a:gd name="connsiteX0" fmla="*/ 1060477 w 3509907"/>
              <a:gd name="connsiteY0" fmla="*/ 0 h 2795595"/>
              <a:gd name="connsiteX1" fmla="*/ 3509907 w 3509907"/>
              <a:gd name="connsiteY1" fmla="*/ 2449430 h 2795595"/>
              <a:gd name="connsiteX2" fmla="*/ 3497261 w 3509907"/>
              <a:gd name="connsiteY2" fmla="*/ 2699870 h 2795595"/>
              <a:gd name="connsiteX3" fmla="*/ 3482652 w 3509907"/>
              <a:gd name="connsiteY3" fmla="*/ 2795595 h 2795595"/>
              <a:gd name="connsiteX4" fmla="*/ 2653271 w 3509907"/>
              <a:gd name="connsiteY4" fmla="*/ 2795595 h 2795595"/>
              <a:gd name="connsiteX5" fmla="*/ 2657790 w 3509907"/>
              <a:gd name="connsiteY5" fmla="*/ 2778020 h 2795595"/>
              <a:gd name="connsiteX6" fmla="*/ 2690914 w 3509907"/>
              <a:gd name="connsiteY6" fmla="*/ 2449430 h 2795595"/>
              <a:gd name="connsiteX7" fmla="*/ 1060476 w 3509907"/>
              <a:gd name="connsiteY7" fmla="*/ 818992 h 2795595"/>
              <a:gd name="connsiteX8" fmla="*/ 23366 w 3509907"/>
              <a:gd name="connsiteY8" fmla="*/ 1191305 h 2795595"/>
              <a:gd name="connsiteX9" fmla="*/ 0 w 3509907"/>
              <a:gd name="connsiteY9" fmla="*/ 1212542 h 2795595"/>
              <a:gd name="connsiteX10" fmla="*/ 0 w 3509907"/>
              <a:gd name="connsiteY10" fmla="*/ 244056 h 2795595"/>
              <a:gd name="connsiteX11" fmla="*/ 107048 w 3509907"/>
              <a:gd name="connsiteY11" fmla="*/ 192489 h 2795595"/>
              <a:gd name="connsiteX12" fmla="*/ 1060477 w 3509907"/>
              <a:gd name="connsiteY12" fmla="*/ 0 h 279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09907" h="2795595">
                <a:moveTo>
                  <a:pt x="1060477" y="0"/>
                </a:moveTo>
                <a:cubicBezTo>
                  <a:pt x="2413260" y="0"/>
                  <a:pt x="3509907" y="1096647"/>
                  <a:pt x="3509907" y="2449430"/>
                </a:cubicBezTo>
                <a:cubicBezTo>
                  <a:pt x="3509907" y="2533979"/>
                  <a:pt x="3505624" y="2617528"/>
                  <a:pt x="3497261" y="2699870"/>
                </a:cubicBezTo>
                <a:lnTo>
                  <a:pt x="3482652" y="2795595"/>
                </a:lnTo>
                <a:lnTo>
                  <a:pt x="2653271" y="2795595"/>
                </a:lnTo>
                <a:lnTo>
                  <a:pt x="2657790" y="2778020"/>
                </a:lnTo>
                <a:cubicBezTo>
                  <a:pt x="2679509" y="2671883"/>
                  <a:pt x="2690914" y="2561988"/>
                  <a:pt x="2690914" y="2449430"/>
                </a:cubicBezTo>
                <a:cubicBezTo>
                  <a:pt x="2690914" y="1548964"/>
                  <a:pt x="1960942" y="818992"/>
                  <a:pt x="1060476" y="818992"/>
                </a:cubicBezTo>
                <a:cubicBezTo>
                  <a:pt x="666522" y="818992"/>
                  <a:pt x="305202" y="958713"/>
                  <a:pt x="23366" y="1191305"/>
                </a:cubicBezTo>
                <a:lnTo>
                  <a:pt x="0" y="1212542"/>
                </a:lnTo>
                <a:lnTo>
                  <a:pt x="0" y="244056"/>
                </a:lnTo>
                <a:lnTo>
                  <a:pt x="107048" y="192489"/>
                </a:lnTo>
                <a:cubicBezTo>
                  <a:pt x="400094" y="68541"/>
                  <a:pt x="722282" y="0"/>
                  <a:pt x="1060477" y="0"/>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9E38EE1F-4E4B-4F57-B909-C42294E31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90211" y="5571906"/>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F9CD5BD-5F79-5E36-70C1-D9678CEA45FC}"/>
              </a:ext>
            </a:extLst>
          </p:cNvPr>
          <p:cNvSpPr>
            <a:spLocks noGrp="1"/>
          </p:cNvSpPr>
          <p:nvPr>
            <p:ph type="title"/>
          </p:nvPr>
        </p:nvSpPr>
        <p:spPr>
          <a:xfrm>
            <a:off x="457201" y="728906"/>
            <a:ext cx="4712534" cy="2823325"/>
          </a:xfrm>
        </p:spPr>
        <p:txBody>
          <a:bodyPr anchor="t">
            <a:normAutofit/>
          </a:bodyPr>
          <a:lstStyle/>
          <a:p>
            <a:r>
              <a:rPr lang="en-US">
                <a:solidFill>
                  <a:schemeClr val="tx2"/>
                </a:solidFill>
                <a:cs typeface="Posterama"/>
              </a:rPr>
              <a:t>Motivation</a:t>
            </a:r>
            <a:endParaRPr lang="en-US">
              <a:solidFill>
                <a:schemeClr val="tx2"/>
              </a:solidFill>
            </a:endParaRPr>
          </a:p>
        </p:txBody>
      </p:sp>
      <p:sp>
        <p:nvSpPr>
          <p:cNvPr id="3" name="Content Placeholder 2">
            <a:extLst>
              <a:ext uri="{FF2B5EF4-FFF2-40B4-BE49-F238E27FC236}">
                <a16:creationId xmlns:a16="http://schemas.microsoft.com/office/drawing/2014/main" id="{E603EB43-C304-57A3-8866-68BA2D289B25}"/>
              </a:ext>
            </a:extLst>
          </p:cNvPr>
          <p:cNvSpPr>
            <a:spLocks noGrp="1"/>
          </p:cNvSpPr>
          <p:nvPr>
            <p:ph idx="1"/>
          </p:nvPr>
        </p:nvSpPr>
        <p:spPr>
          <a:xfrm>
            <a:off x="5388459" y="728906"/>
            <a:ext cx="5813687" cy="4847266"/>
          </a:xfrm>
        </p:spPr>
        <p:txBody>
          <a:bodyPr vert="horz" lIns="91440" tIns="45720" rIns="91440" bIns="45720" rtlCol="0" anchor="t">
            <a:normAutofit/>
          </a:bodyPr>
          <a:lstStyle/>
          <a:p>
            <a:r>
              <a:rPr lang="en-US" sz="1800">
                <a:solidFill>
                  <a:schemeClr val="tx2"/>
                </a:solidFill>
              </a:rPr>
              <a:t>CIA Triad</a:t>
            </a:r>
          </a:p>
          <a:p>
            <a:pPr>
              <a:buClr>
                <a:srgbClr val="FFFFFF"/>
              </a:buClr>
            </a:pPr>
            <a:r>
              <a:rPr lang="en-US" sz="1800">
                <a:solidFill>
                  <a:schemeClr val="tx2"/>
                </a:solidFill>
              </a:rPr>
              <a:t>Role Based Access Control</a:t>
            </a:r>
          </a:p>
          <a:p>
            <a:pPr>
              <a:buClr>
                <a:srgbClr val="FFFFFF"/>
              </a:buClr>
            </a:pPr>
            <a:r>
              <a:rPr lang="en-US" sz="1800">
                <a:solidFill>
                  <a:schemeClr val="tx2"/>
                </a:solidFill>
              </a:rPr>
              <a:t>Access Control Matrix</a:t>
            </a:r>
          </a:p>
          <a:p>
            <a:pPr>
              <a:buClr>
                <a:srgbClr val="FFFFFF"/>
              </a:buClr>
            </a:pPr>
            <a:r>
              <a:rPr lang="en-US" sz="1800">
                <a:solidFill>
                  <a:schemeClr val="tx2"/>
                </a:solidFill>
              </a:rPr>
              <a:t>2FA</a:t>
            </a:r>
          </a:p>
          <a:p>
            <a:pPr>
              <a:buClr>
                <a:srgbClr val="FFFFFF"/>
              </a:buClr>
            </a:pPr>
            <a:r>
              <a:rPr lang="en-US" sz="1800">
                <a:solidFill>
                  <a:schemeClr val="tx2"/>
                </a:solidFill>
              </a:rPr>
              <a:t>NIST SPs</a:t>
            </a:r>
          </a:p>
          <a:p>
            <a:pPr>
              <a:buClr>
                <a:srgbClr val="FFFFFF"/>
              </a:buClr>
            </a:pPr>
            <a:r>
              <a:rPr lang="en-US" sz="1800">
                <a:solidFill>
                  <a:schemeClr val="tx2"/>
                </a:solidFill>
              </a:rPr>
              <a:t>PCI DSS</a:t>
            </a:r>
          </a:p>
          <a:p>
            <a:pPr>
              <a:buClr>
                <a:srgbClr val="FFFFFF"/>
              </a:buClr>
            </a:pPr>
            <a:r>
              <a:rPr lang="en-US" sz="1800">
                <a:solidFill>
                  <a:schemeClr val="tx2"/>
                </a:solidFill>
              </a:rPr>
              <a:t>Firewalls/IDS/IPS/SIEM</a:t>
            </a:r>
          </a:p>
          <a:p>
            <a:pPr>
              <a:buClr>
                <a:srgbClr val="FFFFFF"/>
              </a:buClr>
            </a:pPr>
            <a:r>
              <a:rPr lang="en-US" sz="1800">
                <a:solidFill>
                  <a:schemeClr val="tx2"/>
                </a:solidFill>
              </a:rPr>
              <a:t>…...</a:t>
            </a:r>
          </a:p>
          <a:p>
            <a:pPr>
              <a:buClr>
                <a:srgbClr val="FFFFFF"/>
              </a:buClr>
            </a:pPr>
            <a:endParaRPr lang="en-US" sz="1800">
              <a:solidFill>
                <a:schemeClr val="tx2"/>
              </a:solidFill>
            </a:endParaRPr>
          </a:p>
          <a:p>
            <a:pPr>
              <a:buClr>
                <a:srgbClr val="FFFFFF"/>
              </a:buClr>
            </a:pPr>
            <a:r>
              <a:rPr lang="en-US" sz="1800" b="1">
                <a:solidFill>
                  <a:schemeClr val="tx2"/>
                </a:solidFill>
              </a:rPr>
              <a:t>Are these enough to defend against Side channel attacks?</a:t>
            </a:r>
          </a:p>
          <a:p>
            <a:pPr>
              <a:buClr>
                <a:srgbClr val="FFFFFF"/>
              </a:buClr>
            </a:pPr>
            <a:endParaRPr lang="en-US" sz="1800">
              <a:solidFill>
                <a:schemeClr val="tx2"/>
              </a:solidFill>
            </a:endParaRPr>
          </a:p>
        </p:txBody>
      </p:sp>
    </p:spTree>
    <p:extLst>
      <p:ext uri="{BB962C8B-B14F-4D97-AF65-F5344CB8AC3E}">
        <p14:creationId xmlns:p14="http://schemas.microsoft.com/office/powerpoint/2010/main" val="1480307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3" name="Group 22">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9" name="Straight Connector 18">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4" name="Freeform: Shape 53">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56" name="Freeform: Shape 55">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53" name="Rectangle 52">
            <a:extLst>
              <a:ext uri="{FF2B5EF4-FFF2-40B4-BE49-F238E27FC236}">
                <a16:creationId xmlns:a16="http://schemas.microsoft.com/office/drawing/2014/main" id="{C701CD53-28FC-491C-9022-F74BE327C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90" name="Group 89">
            <a:extLst>
              <a:ext uri="{FF2B5EF4-FFF2-40B4-BE49-F238E27FC236}">
                <a16:creationId xmlns:a16="http://schemas.microsoft.com/office/drawing/2014/main" id="{BC25D6CE-B5F2-4E0D-894F-9521E2433076}"/>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2" name="Straight Connector 91">
              <a:extLst>
                <a:ext uri="{FF2B5EF4-FFF2-40B4-BE49-F238E27FC236}">
                  <a16:creationId xmlns:a16="http://schemas.microsoft.com/office/drawing/2014/main" id="{B4FAEE13-B57A-42F4-8B4C-A7E31E98BA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6FD4E3B-38F9-4574-9095-47B609AB2E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6CE41A1-EB3F-4840-8ACE-3EF73C19EA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AB8B661-BD44-40C0-9B98-4B4DBDBD32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ECC28A1-79A1-4F9D-AAF1-47D642489C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601FD91-5FAC-499E-8D9A-9677877F38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8B98376-AE21-4ADF-8EFF-189F81407F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B5DACE9-70B0-4CAF-A216-AC704A513C1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113450E-4023-4BA4-A3D4-E32C0B3FE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B3EDD59-155A-421E-8250-55A5E31887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9913D27-A66C-4C2A-968B-DE97A9B4D6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BC33CCA-C456-41C7-9AE9-66EEAEAB5F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269BA35-2287-449A-9C3A-854BC3F7CE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347F624-0A13-4AB8-AD09-F44DB01D99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A27126F-B8E2-46DF-9183-2882F7B449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9A014C1-4C01-4DD4-913C-143C03FAAD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2535D18-5B5A-479B-9D1F-9D5D4D11DC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A8071C6-FA9E-478C-8592-8B6BBEFAE1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DB22494-68A3-4667-9EFA-CC2340589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290FA2C-0D13-416D-B70B-76E541CA53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B083CC1-0DB7-489B-876F-2E9ABC37FB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F9C39F9-AC1B-4B07-9506-7CE368982A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D5E4589-1264-4ADA-960F-23B496012E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719F3D3-010B-4565-B6C8-9E975FF719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0B80ED3-4FB2-4B4B-BD00-392EA45D21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7C5B764-679D-4049-99AE-B23985979E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340E87-53FC-4F62-8A49-D8F2923662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528898-B883-48F0-B62E-660D4282BB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CE4872-CDA7-4F63-9B3D-DF1CFC634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91" name="Freeform: Shape 90">
            <a:extLst>
              <a:ext uri="{FF2B5EF4-FFF2-40B4-BE49-F238E27FC236}">
                <a16:creationId xmlns:a16="http://schemas.microsoft.com/office/drawing/2014/main" id="{F9B84E06-1DBF-4F55-9B5E-F2F1E38EB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93" name="Group 92">
            <a:extLst>
              <a:ext uri="{FF2B5EF4-FFF2-40B4-BE49-F238E27FC236}">
                <a16:creationId xmlns:a16="http://schemas.microsoft.com/office/drawing/2014/main" id="{2D739D9D-4A11-49F5-B045-708F7DED1CD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4" name="Straight Connector 93">
              <a:extLst>
                <a:ext uri="{FF2B5EF4-FFF2-40B4-BE49-F238E27FC236}">
                  <a16:creationId xmlns:a16="http://schemas.microsoft.com/office/drawing/2014/main" id="{373AA755-E8F6-4691-A61E-FEBAAAF58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A27C2C-E20B-48C0-A55F-CE58B267A5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DAB4220-FF0A-46E7-A074-A5E6C236D2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92821D4-1F6A-43A4-BD55-E99560DBC2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70B7024-4644-41B1-B5FD-671FEBEBFA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CE360C4-C466-44C4-A2E3-4CF21EBB9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3A2C5B3-1CE2-480F-94DF-593AF087CD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DCA777C-634D-4BFD-B193-B3D6A785BA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C660B4E-2D12-45DF-A8C3-01BBE2F847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13A507C-D667-425C-BC17-37A754AAD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8D90C4A-4AFD-4F87-8417-04E71FB3D1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E7930D7-6A2B-42BA-9A47-33181C44FE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DF58043-B333-44B7-B352-7864DE1BE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1DCA8E6-E862-474B-93E7-8B8193022C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98343-EECC-41EE-A45E-67ED9C0A7F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CF235E0-BD16-47B9-838D-3EFF87F05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5DBD286-FD7F-41A0-B09B-ADE92217F3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DF6B11E-5507-4440-B56A-83C4B3994D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F2EA945-C41F-4B30-AD99-C7454FD14C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2902474-D243-40DF-A382-E3F47769AB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6442AB6-AEBB-4E32-83DC-806F5DAA13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49EA146-1867-476A-A0E1-5A3AC2A713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91CAC92A-483B-4C52-B71F-95B6C0498A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265B398-32C6-4184-8BC2-233C96252E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A128F4C-95B5-4306-9876-D5F9672C3B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8D3663D8-D19D-4248-B7B8-CA2733B4E2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704CEA6-B9DA-4499-A894-1F4BB52474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7AAE972-FFA8-4F9F-94E4-CF6C666531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580DF83-1906-4979-8E31-8EDB5FD4D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24" name="Rectangle 123">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6" name="Rectangle 125">
            <a:extLst>
              <a:ext uri="{FF2B5EF4-FFF2-40B4-BE49-F238E27FC236}">
                <a16:creationId xmlns:a16="http://schemas.microsoft.com/office/drawing/2014/main" id="{BC3FA84C-8729-4FD0-B361-46AE04B43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Right Triangle 127">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0" name="Group 129">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1" name="Straight Connector 130">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D557B44-5D10-D11C-21C9-E5A7F7FFC434}"/>
              </a:ext>
            </a:extLst>
          </p:cNvPr>
          <p:cNvSpPr>
            <a:spLocks noGrp="1"/>
          </p:cNvSpPr>
          <p:nvPr>
            <p:ph type="title"/>
          </p:nvPr>
        </p:nvSpPr>
        <p:spPr>
          <a:xfrm>
            <a:off x="457200" y="720773"/>
            <a:ext cx="10744186" cy="1611710"/>
          </a:xfrm>
        </p:spPr>
        <p:txBody>
          <a:bodyPr vert="horz" lIns="91440" tIns="45720" rIns="91440" bIns="45720" rtlCol="0" anchor="ctr">
            <a:normAutofit/>
          </a:bodyPr>
          <a:lstStyle/>
          <a:p>
            <a:r>
              <a:rPr lang="en-US" kern="1200">
                <a:solidFill>
                  <a:schemeClr val="tx2">
                    <a:alpha val="80000"/>
                  </a:schemeClr>
                </a:solidFill>
                <a:latin typeface="+mj-lt"/>
                <a:ea typeface="+mj-ea"/>
                <a:cs typeface="+mj-cs"/>
              </a:rPr>
              <a:t>Scope that cross Cryptographic Systems</a:t>
            </a:r>
          </a:p>
        </p:txBody>
      </p:sp>
      <p:sp>
        <p:nvSpPr>
          <p:cNvPr id="161" name="Rectangle 160">
            <a:extLst>
              <a:ext uri="{FF2B5EF4-FFF2-40B4-BE49-F238E27FC236}">
                <a16:creationId xmlns:a16="http://schemas.microsoft.com/office/drawing/2014/main" id="{EB97ECD4-67DD-4166-9EC5-5D8834005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316" y="2403921"/>
            <a:ext cx="11806942" cy="3841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Text Placeholder 15">
            <a:extLst>
              <a:ext uri="{FF2B5EF4-FFF2-40B4-BE49-F238E27FC236}">
                <a16:creationId xmlns:a16="http://schemas.microsoft.com/office/drawing/2014/main" id="{3C19CE23-5CF0-8B04-7A69-5AD89D1CEAB7}"/>
              </a:ext>
            </a:extLst>
          </p:cNvPr>
          <p:cNvSpPr>
            <a:spLocks/>
          </p:cNvSpPr>
          <p:nvPr/>
        </p:nvSpPr>
        <p:spPr>
          <a:xfrm>
            <a:off x="287261" y="3360188"/>
            <a:ext cx="3635230" cy="2678359"/>
          </a:xfrm>
          <a:prstGeom prst="rect">
            <a:avLst/>
          </a:prstGeom>
        </p:spPr>
        <p:txBody>
          <a:bodyPr vert="horz" lIns="91440" tIns="45720" rIns="91440" bIns="45720" rtlCol="0" anchor="t">
            <a:normAutofit/>
          </a:bodyPr>
          <a:lstStyle/>
          <a:p>
            <a:pPr defTabSz="841248">
              <a:spcAft>
                <a:spcPts val="600"/>
              </a:spcAft>
            </a:pPr>
            <a:r>
              <a:rPr lang="en-US" sz="1656" kern="1200">
                <a:solidFill>
                  <a:srgbClr val="000000"/>
                </a:solidFill>
                <a:latin typeface="+mn-lt"/>
                <a:ea typeface="+mn-lt"/>
                <a:cs typeface="+mn-lt"/>
              </a:rPr>
              <a:t>T. George Hornby. “Side-Channel Attacks on Everyday Applications: Distinguishing Inputs with FLUSH+RELOAD”. In: 2016.</a:t>
            </a:r>
            <a:endParaRPr lang="en-US" sz="1656" kern="1200">
              <a:solidFill>
                <a:srgbClr val="555555"/>
              </a:solidFill>
              <a:latin typeface="+mn-lt"/>
              <a:ea typeface="+mn-lt"/>
              <a:cs typeface="+mn-lt"/>
            </a:endParaRPr>
          </a:p>
          <a:p>
            <a:pPr>
              <a:spcAft>
                <a:spcPts val="600"/>
              </a:spcAft>
            </a:pPr>
            <a:endParaRPr lang="en-US"/>
          </a:p>
        </p:txBody>
      </p:sp>
      <p:pic>
        <p:nvPicPr>
          <p:cNvPr id="4" name="Content Placeholder 3" descr="Syncing cloud outline">
            <a:extLst>
              <a:ext uri="{FF2B5EF4-FFF2-40B4-BE49-F238E27FC236}">
                <a16:creationId xmlns:a16="http://schemas.microsoft.com/office/drawing/2014/main" id="{5176170D-BBDA-BBC0-ACE6-96FC29261C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88753" y="4058205"/>
            <a:ext cx="852148" cy="852148"/>
          </a:xfrm>
          <a:prstGeom prst="rect">
            <a:avLst/>
          </a:prstGeom>
        </p:spPr>
      </p:pic>
      <p:pic>
        <p:nvPicPr>
          <p:cNvPr id="5" name="Graphic 4" descr="Satellite dish outline">
            <a:extLst>
              <a:ext uri="{FF2B5EF4-FFF2-40B4-BE49-F238E27FC236}">
                <a16:creationId xmlns:a16="http://schemas.microsoft.com/office/drawing/2014/main" id="{3391EDEB-CF7F-3813-DEB2-087B7787AB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41177" y="2652243"/>
            <a:ext cx="852148" cy="852148"/>
          </a:xfrm>
          <a:prstGeom prst="rect">
            <a:avLst/>
          </a:prstGeom>
        </p:spPr>
      </p:pic>
      <p:pic>
        <p:nvPicPr>
          <p:cNvPr id="6" name="Graphic 5" descr="Stamp outline">
            <a:extLst>
              <a:ext uri="{FF2B5EF4-FFF2-40B4-BE49-F238E27FC236}">
                <a16:creationId xmlns:a16="http://schemas.microsoft.com/office/drawing/2014/main" id="{6B443357-5375-38A7-E4EC-6960CAA8FA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84253" y="4141082"/>
            <a:ext cx="852148" cy="852148"/>
          </a:xfrm>
          <a:prstGeom prst="rect">
            <a:avLst/>
          </a:prstGeom>
        </p:spPr>
      </p:pic>
      <p:pic>
        <p:nvPicPr>
          <p:cNvPr id="7" name="Graphic 6" descr="Subtitles outline">
            <a:extLst>
              <a:ext uri="{FF2B5EF4-FFF2-40B4-BE49-F238E27FC236}">
                <a16:creationId xmlns:a16="http://schemas.microsoft.com/office/drawing/2014/main" id="{9131A39B-EF91-B127-77A3-4CF044BD23F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36525" y="5321526"/>
            <a:ext cx="852148" cy="852148"/>
          </a:xfrm>
          <a:prstGeom prst="rect">
            <a:avLst/>
          </a:prstGeom>
        </p:spPr>
      </p:pic>
      <p:pic>
        <p:nvPicPr>
          <p:cNvPr id="8" name="Graphic 7" descr="Radio microphone outline">
            <a:extLst>
              <a:ext uri="{FF2B5EF4-FFF2-40B4-BE49-F238E27FC236}">
                <a16:creationId xmlns:a16="http://schemas.microsoft.com/office/drawing/2014/main" id="{291E987E-CEDB-416A-F49B-25314F57E22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28340" y="5413600"/>
            <a:ext cx="852148" cy="852148"/>
          </a:xfrm>
          <a:prstGeom prst="rect">
            <a:avLst/>
          </a:prstGeom>
        </p:spPr>
      </p:pic>
      <p:pic>
        <p:nvPicPr>
          <p:cNvPr id="9" name="Graphic 8" descr="Smart Phone outline">
            <a:extLst>
              <a:ext uri="{FF2B5EF4-FFF2-40B4-BE49-F238E27FC236}">
                <a16:creationId xmlns:a16="http://schemas.microsoft.com/office/drawing/2014/main" id="{32A9EC4E-9315-4E1F-959D-6D86DA76466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40174" y="5395370"/>
            <a:ext cx="852148" cy="852148"/>
          </a:xfrm>
          <a:prstGeom prst="rect">
            <a:avLst/>
          </a:prstGeom>
        </p:spPr>
      </p:pic>
      <p:pic>
        <p:nvPicPr>
          <p:cNvPr id="10" name="Graphic 9" descr="Production outline">
            <a:extLst>
              <a:ext uri="{FF2B5EF4-FFF2-40B4-BE49-F238E27FC236}">
                <a16:creationId xmlns:a16="http://schemas.microsoft.com/office/drawing/2014/main" id="{FF8FAE9C-589C-80CD-FF9A-BCDC4146877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93580" y="4161298"/>
            <a:ext cx="852148" cy="852148"/>
          </a:xfrm>
          <a:prstGeom prst="rect">
            <a:avLst/>
          </a:prstGeom>
        </p:spPr>
      </p:pic>
      <p:pic>
        <p:nvPicPr>
          <p:cNvPr id="11" name="Graphic 10" descr="Race Car outline">
            <a:extLst>
              <a:ext uri="{FF2B5EF4-FFF2-40B4-BE49-F238E27FC236}">
                <a16:creationId xmlns:a16="http://schemas.microsoft.com/office/drawing/2014/main" id="{B82976A7-5F46-3028-FF98-82CA9E031E5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67113" y="2571313"/>
            <a:ext cx="852148" cy="852148"/>
          </a:xfrm>
          <a:prstGeom prst="rect">
            <a:avLst/>
          </a:prstGeom>
        </p:spPr>
      </p:pic>
      <p:pic>
        <p:nvPicPr>
          <p:cNvPr id="12" name="Graphic 11" descr="Robot Hand outline">
            <a:extLst>
              <a:ext uri="{FF2B5EF4-FFF2-40B4-BE49-F238E27FC236}">
                <a16:creationId xmlns:a16="http://schemas.microsoft.com/office/drawing/2014/main" id="{A65A1F98-5F6D-C2FB-B497-2662ACAC6A7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36895" y="4060215"/>
            <a:ext cx="852148" cy="852148"/>
          </a:xfrm>
          <a:prstGeom prst="rect">
            <a:avLst/>
          </a:prstGeom>
        </p:spPr>
      </p:pic>
      <p:pic>
        <p:nvPicPr>
          <p:cNvPr id="13" name="Graphic 12" descr="Heart with pulse outline">
            <a:extLst>
              <a:ext uri="{FF2B5EF4-FFF2-40B4-BE49-F238E27FC236}">
                <a16:creationId xmlns:a16="http://schemas.microsoft.com/office/drawing/2014/main" id="{48E4AA95-EC4C-A6F9-75AF-51CF18178D9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639664" y="2650748"/>
            <a:ext cx="852148" cy="852148"/>
          </a:xfrm>
          <a:prstGeom prst="rect">
            <a:avLst/>
          </a:prstGeom>
        </p:spPr>
      </p:pic>
    </p:spTree>
    <p:extLst>
      <p:ext uri="{BB962C8B-B14F-4D97-AF65-F5344CB8AC3E}">
        <p14:creationId xmlns:p14="http://schemas.microsoft.com/office/powerpoint/2010/main" val="2480571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3" name="Rectangle 52">
            <a:extLst>
              <a:ext uri="{FF2B5EF4-FFF2-40B4-BE49-F238E27FC236}">
                <a16:creationId xmlns:a16="http://schemas.microsoft.com/office/drawing/2014/main" id="{BC3FA84C-8729-4FD0-B361-46AE04B43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ight Triangle 54">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8" name="Straight Connector 57">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44AA003-EB9B-DEBA-2E6F-CA709A968BFD}"/>
              </a:ext>
            </a:extLst>
          </p:cNvPr>
          <p:cNvSpPr>
            <a:spLocks noGrp="1"/>
          </p:cNvSpPr>
          <p:nvPr>
            <p:ph type="title"/>
          </p:nvPr>
        </p:nvSpPr>
        <p:spPr>
          <a:xfrm>
            <a:off x="457200" y="720773"/>
            <a:ext cx="10744186" cy="1611710"/>
          </a:xfrm>
        </p:spPr>
        <p:txBody>
          <a:bodyPr>
            <a:normAutofit/>
          </a:bodyPr>
          <a:lstStyle/>
          <a:p>
            <a:r>
              <a:rPr lang="en-US">
                <a:solidFill>
                  <a:schemeClr val="tx2">
                    <a:alpha val="80000"/>
                  </a:schemeClr>
                </a:solidFill>
                <a:cs typeface="Posterama"/>
              </a:rPr>
              <a:t>SCA Techniques</a:t>
            </a:r>
            <a:endParaRPr lang="en-US">
              <a:solidFill>
                <a:schemeClr val="tx2">
                  <a:alpha val="80000"/>
                </a:schemeClr>
              </a:solidFill>
            </a:endParaRPr>
          </a:p>
        </p:txBody>
      </p:sp>
      <p:sp>
        <p:nvSpPr>
          <p:cNvPr id="88" name="Rectangle 87">
            <a:extLst>
              <a:ext uri="{FF2B5EF4-FFF2-40B4-BE49-F238E27FC236}">
                <a16:creationId xmlns:a16="http://schemas.microsoft.com/office/drawing/2014/main" id="{EB97ECD4-67DD-4166-9EC5-5D8834005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316" y="2403921"/>
            <a:ext cx="11806942" cy="3841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2">
            <a:extLst>
              <a:ext uri="{FF2B5EF4-FFF2-40B4-BE49-F238E27FC236}">
                <a16:creationId xmlns:a16="http://schemas.microsoft.com/office/drawing/2014/main" id="{1DBE2D2E-6D71-A008-0AE6-CC8316FDCB1D}"/>
              </a:ext>
            </a:extLst>
          </p:cNvPr>
          <p:cNvGraphicFramePr>
            <a:graphicFrameLocks noGrp="1"/>
          </p:cNvGraphicFramePr>
          <p:nvPr>
            <p:ph idx="1"/>
            <p:extLst>
              <p:ext uri="{D42A27DB-BD31-4B8C-83A1-F6EECF244321}">
                <p14:modId xmlns:p14="http://schemas.microsoft.com/office/powerpoint/2010/main" val="2688908316"/>
              </p:ext>
            </p:extLst>
          </p:nvPr>
        </p:nvGraphicFramePr>
        <p:xfrm>
          <a:off x="457200" y="2500757"/>
          <a:ext cx="10723563" cy="3676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23722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ectangle 54">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ight Triangle 56">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61" name="Group 60">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62" name="Straight Connector 61">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7EC3B4-33F9-CE8D-C47F-36603FAF9F4D}"/>
              </a:ext>
            </a:extLst>
          </p:cNvPr>
          <p:cNvSpPr>
            <a:spLocks noGrp="1"/>
          </p:cNvSpPr>
          <p:nvPr>
            <p:ph type="title"/>
          </p:nvPr>
        </p:nvSpPr>
        <p:spPr>
          <a:xfrm>
            <a:off x="457201" y="732348"/>
            <a:ext cx="4419600" cy="2240735"/>
          </a:xfrm>
        </p:spPr>
        <p:txBody>
          <a:bodyPr>
            <a:normAutofit/>
          </a:bodyPr>
          <a:lstStyle/>
          <a:p>
            <a:r>
              <a:rPr lang="en-US">
                <a:solidFill>
                  <a:schemeClr val="tx2"/>
                </a:solidFill>
                <a:ea typeface="+mj-lt"/>
                <a:cs typeface="+mj-lt"/>
              </a:rPr>
              <a:t>TEMPEST</a:t>
            </a:r>
            <a:br>
              <a:rPr lang="en-US">
                <a:solidFill>
                  <a:schemeClr val="tx2"/>
                </a:solidFill>
                <a:ea typeface="+mj-lt"/>
                <a:cs typeface="+mj-lt"/>
              </a:rPr>
            </a:br>
            <a:endParaRPr lang="en-US">
              <a:solidFill>
                <a:schemeClr val="tx2"/>
              </a:solidFill>
            </a:endParaRPr>
          </a:p>
        </p:txBody>
      </p:sp>
      <p:sp>
        <p:nvSpPr>
          <p:cNvPr id="8" name="Content Placeholder 7">
            <a:extLst>
              <a:ext uri="{FF2B5EF4-FFF2-40B4-BE49-F238E27FC236}">
                <a16:creationId xmlns:a16="http://schemas.microsoft.com/office/drawing/2014/main" id="{BB95A355-A874-DB9E-5F20-31C7DE61C930}"/>
              </a:ext>
            </a:extLst>
          </p:cNvPr>
          <p:cNvSpPr>
            <a:spLocks noGrp="1"/>
          </p:cNvSpPr>
          <p:nvPr>
            <p:ph idx="1"/>
          </p:nvPr>
        </p:nvSpPr>
        <p:spPr>
          <a:xfrm>
            <a:off x="457201" y="3264832"/>
            <a:ext cx="4419600" cy="2983568"/>
          </a:xfrm>
        </p:spPr>
        <p:txBody>
          <a:bodyPr vert="horz" lIns="91440" tIns="45720" rIns="91440" bIns="45720" rtlCol="0">
            <a:normAutofit/>
          </a:bodyPr>
          <a:lstStyle/>
          <a:p>
            <a:r>
              <a:rPr lang="en" sz="1800">
                <a:solidFill>
                  <a:schemeClr val="tx2"/>
                </a:solidFill>
                <a:ea typeface="+mn-lt"/>
                <a:cs typeface="+mn-lt"/>
              </a:rPr>
              <a:t>Telecommunications Electronics Material Protected from Emanating Spurious Transmissions (TEMPEST)</a:t>
            </a:r>
            <a:endParaRPr lang="en-US" sz="1800">
              <a:solidFill>
                <a:schemeClr val="tx2"/>
              </a:solidFill>
              <a:ea typeface="+mn-lt"/>
              <a:cs typeface="+mn-lt"/>
            </a:endParaRPr>
          </a:p>
          <a:p>
            <a:pPr>
              <a:buClr>
                <a:srgbClr val="FFFFFF"/>
              </a:buClr>
            </a:pPr>
            <a:r>
              <a:rPr lang="en-US" sz="1800">
                <a:solidFill>
                  <a:schemeClr val="tx2"/>
                </a:solidFill>
                <a:ea typeface="+mn-lt"/>
                <a:cs typeface="+mn-lt"/>
              </a:rPr>
              <a:t>An approved document for release by NSA in 2007 in response to the Freedom of Information Act (FOIA) request to the Department of Defense, USA.</a:t>
            </a:r>
            <a:endParaRPr lang="en-US" sz="1800">
              <a:solidFill>
                <a:schemeClr val="tx2"/>
              </a:solidFill>
            </a:endParaRPr>
          </a:p>
        </p:txBody>
      </p:sp>
      <p:pic>
        <p:nvPicPr>
          <p:cNvPr id="6" name="Picture 5" descr="A diagram of a radio station&#10;&#10;Description automatically generated">
            <a:extLst>
              <a:ext uri="{FF2B5EF4-FFF2-40B4-BE49-F238E27FC236}">
                <a16:creationId xmlns:a16="http://schemas.microsoft.com/office/drawing/2014/main" id="{4678E540-192A-A03C-56AB-1CDF0ABEAAAB}"/>
              </a:ext>
            </a:extLst>
          </p:cNvPr>
          <p:cNvPicPr>
            <a:picLocks noChangeAspect="1"/>
          </p:cNvPicPr>
          <p:nvPr/>
        </p:nvPicPr>
        <p:blipFill>
          <a:blip r:embed="rId3"/>
          <a:stretch>
            <a:fillRect/>
          </a:stretch>
        </p:blipFill>
        <p:spPr>
          <a:xfrm>
            <a:off x="5222365" y="732348"/>
            <a:ext cx="6758504" cy="5541973"/>
          </a:xfrm>
          <a:prstGeom prst="rect">
            <a:avLst/>
          </a:prstGeom>
        </p:spPr>
      </p:pic>
      <p:sp>
        <p:nvSpPr>
          <p:cNvPr id="3" name="TextBox 2">
            <a:extLst>
              <a:ext uri="{FF2B5EF4-FFF2-40B4-BE49-F238E27FC236}">
                <a16:creationId xmlns:a16="http://schemas.microsoft.com/office/drawing/2014/main" id="{7116E76B-E120-66F4-AAA8-55B4E38CDCD0}"/>
              </a:ext>
            </a:extLst>
          </p:cNvPr>
          <p:cNvSpPr txBox="1"/>
          <p:nvPr/>
        </p:nvSpPr>
        <p:spPr>
          <a:xfrm>
            <a:off x="6883892" y="6362300"/>
            <a:ext cx="469517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err="1"/>
              <a:t>Source:</a:t>
            </a:r>
            <a:r>
              <a:rPr lang="en-US" sz="1100" err="1">
                <a:ea typeface="+mn-lt"/>
                <a:cs typeface="+mn-lt"/>
              </a:rPr>
              <a:t>http</a:t>
            </a:r>
            <a:r>
              <a:rPr lang="en-US" sz="1100">
                <a:ea typeface="+mn-lt"/>
                <a:cs typeface="+mn-lt"/>
              </a:rPr>
              <a:t>://arxiv.org/abs/2312.11094</a:t>
            </a:r>
            <a:endParaRPr lang="en-US" sz="1100"/>
          </a:p>
        </p:txBody>
      </p:sp>
    </p:spTree>
    <p:extLst>
      <p:ext uri="{BB962C8B-B14F-4D97-AF65-F5344CB8AC3E}">
        <p14:creationId xmlns:p14="http://schemas.microsoft.com/office/powerpoint/2010/main" val="3847407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55" name="Group 54">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6" name="Straight Connector 55">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86" name="Freeform: Shape 85">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88" name="Freeform: Shape 87">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90" name="Freeform: Shape 89">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92" name="Group 91">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93" name="Straight Connector 92">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23" name="Rectangle 122">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5" name="Rectangle 124">
            <a:extLst>
              <a:ext uri="{FF2B5EF4-FFF2-40B4-BE49-F238E27FC236}">
                <a16:creationId xmlns:a16="http://schemas.microsoft.com/office/drawing/2014/main" id="{F8DD0EAF-BF73-48D8-A426-3085C4B88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7" name="Right Triangle 126">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0" name="Straight Connector 129">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7EC3B4-33F9-CE8D-C47F-36603FAF9F4D}"/>
              </a:ext>
            </a:extLst>
          </p:cNvPr>
          <p:cNvSpPr>
            <a:spLocks noGrp="1"/>
          </p:cNvSpPr>
          <p:nvPr>
            <p:ph type="title"/>
          </p:nvPr>
        </p:nvSpPr>
        <p:spPr>
          <a:xfrm>
            <a:off x="453142" y="725467"/>
            <a:ext cx="5414255" cy="2784496"/>
          </a:xfrm>
        </p:spPr>
        <p:txBody>
          <a:bodyPr vert="horz" lIns="91440" tIns="45720" rIns="91440" bIns="45720" rtlCol="0" anchor="b">
            <a:normAutofit/>
          </a:bodyPr>
          <a:lstStyle/>
          <a:p>
            <a:r>
              <a:rPr lang="en-US" sz="5400">
                <a:solidFill>
                  <a:schemeClr val="tx2">
                    <a:alpha val="80000"/>
                  </a:schemeClr>
                </a:solidFill>
                <a:ea typeface="+mj-lt"/>
                <a:cs typeface="+mj-lt"/>
              </a:rPr>
              <a:t>Bell 131-B2 Mixing Devices </a:t>
            </a:r>
            <a:endParaRPr lang="en-US">
              <a:solidFill>
                <a:schemeClr val="tx2">
                  <a:alpha val="80000"/>
                </a:schemeClr>
              </a:solidFill>
            </a:endParaRPr>
          </a:p>
        </p:txBody>
      </p:sp>
      <p:sp>
        <p:nvSpPr>
          <p:cNvPr id="8" name="Content Placeholder 7">
            <a:extLst>
              <a:ext uri="{FF2B5EF4-FFF2-40B4-BE49-F238E27FC236}">
                <a16:creationId xmlns:a16="http://schemas.microsoft.com/office/drawing/2014/main" id="{BB95A355-A874-DB9E-5F20-31C7DE61C930}"/>
              </a:ext>
            </a:extLst>
          </p:cNvPr>
          <p:cNvSpPr>
            <a:spLocks noGrp="1"/>
          </p:cNvSpPr>
          <p:nvPr>
            <p:ph idx="1"/>
          </p:nvPr>
        </p:nvSpPr>
        <p:spPr>
          <a:xfrm>
            <a:off x="453142" y="3602038"/>
            <a:ext cx="5414255" cy="1560594"/>
          </a:xfrm>
        </p:spPr>
        <p:txBody>
          <a:bodyPr vert="horz" lIns="91440" tIns="45720" rIns="91440" bIns="45720" rtlCol="0" anchor="t">
            <a:noAutofit/>
          </a:bodyPr>
          <a:lstStyle/>
          <a:p>
            <a:pPr marL="0" indent="0">
              <a:buNone/>
            </a:pPr>
            <a:r>
              <a:rPr lang="en-US">
                <a:solidFill>
                  <a:schemeClr val="tx2">
                    <a:alpha val="80000"/>
                  </a:schemeClr>
                </a:solidFill>
              </a:rPr>
              <a:t>Shielding</a:t>
            </a:r>
            <a:endParaRPr lang="en-US"/>
          </a:p>
          <a:p>
            <a:pPr marL="0" indent="0">
              <a:buNone/>
            </a:pPr>
            <a:r>
              <a:rPr lang="en-US">
                <a:solidFill>
                  <a:schemeClr val="tx2">
                    <a:alpha val="80000"/>
                  </a:schemeClr>
                </a:solidFill>
              </a:rPr>
              <a:t>Filtering</a:t>
            </a:r>
          </a:p>
          <a:p>
            <a:pPr marL="0" indent="0">
              <a:buNone/>
            </a:pPr>
            <a:r>
              <a:rPr lang="en-US">
                <a:solidFill>
                  <a:schemeClr val="tx2">
                    <a:alpha val="80000"/>
                  </a:schemeClr>
                </a:solidFill>
              </a:rPr>
              <a:t>Masking</a:t>
            </a:r>
          </a:p>
        </p:txBody>
      </p:sp>
      <p:pic>
        <p:nvPicPr>
          <p:cNvPr id="3" name="Picture 2" descr="undefined">
            <a:extLst>
              <a:ext uri="{FF2B5EF4-FFF2-40B4-BE49-F238E27FC236}">
                <a16:creationId xmlns:a16="http://schemas.microsoft.com/office/drawing/2014/main" id="{BC5ECC5B-5094-2518-DF04-5CCB8047C779}"/>
              </a:ext>
            </a:extLst>
          </p:cNvPr>
          <p:cNvPicPr>
            <a:picLocks noChangeAspect="1"/>
          </p:cNvPicPr>
          <p:nvPr/>
        </p:nvPicPr>
        <p:blipFill rotWithShape="1">
          <a:blip r:embed="rId3"/>
          <a:srcRect b="3458"/>
          <a:stretch/>
        </p:blipFill>
        <p:spPr>
          <a:xfrm>
            <a:off x="6084873" y="-3440"/>
            <a:ext cx="6129950" cy="6861439"/>
          </a:xfrm>
          <a:custGeom>
            <a:avLst/>
            <a:gdLst/>
            <a:ahLst/>
            <a:cxnLst/>
            <a:rect l="l" t="t" r="r" b="b"/>
            <a:pathLst>
              <a:path w="6129950" h="6861439">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p:spPr>
      </p:pic>
    </p:spTree>
    <p:extLst>
      <p:ext uri="{BB962C8B-B14F-4D97-AF65-F5344CB8AC3E}">
        <p14:creationId xmlns:p14="http://schemas.microsoft.com/office/powerpoint/2010/main" val="2507941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9" name="Rectangle 48">
            <a:extLst>
              <a:ext uri="{FF2B5EF4-FFF2-40B4-BE49-F238E27FC236}">
                <a16:creationId xmlns:a16="http://schemas.microsoft.com/office/drawing/2014/main" id="{5839FC30-63C9-4643-98EF-7B1C31BE3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0" name="Right Triangle 49">
            <a:extLst>
              <a:ext uri="{FF2B5EF4-FFF2-40B4-BE49-F238E27FC236}">
                <a16:creationId xmlns:a16="http://schemas.microsoft.com/office/drawing/2014/main" id="{2B76B338-5C91-48AF-BFFC-93C8AAD6D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3303" y="4358020"/>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07FE80B3-9970-48B3-8883-81ED2FE4A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007832" y="4676762"/>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2" name="Group 51">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8" name="Straight Connector 17">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1839FD3-64FB-F824-3F3C-27094F4A10CE}"/>
              </a:ext>
            </a:extLst>
          </p:cNvPr>
          <p:cNvSpPr>
            <a:spLocks noGrp="1"/>
          </p:cNvSpPr>
          <p:nvPr>
            <p:ph type="title"/>
          </p:nvPr>
        </p:nvSpPr>
        <p:spPr>
          <a:xfrm>
            <a:off x="457199" y="3525808"/>
            <a:ext cx="6548127" cy="2141612"/>
          </a:xfrm>
        </p:spPr>
        <p:txBody>
          <a:bodyPr anchor="ctr">
            <a:normAutofit/>
          </a:bodyPr>
          <a:lstStyle/>
          <a:p>
            <a:r>
              <a:rPr lang="en-US" sz="3700">
                <a:solidFill>
                  <a:schemeClr val="tx2"/>
                </a:solidFill>
                <a:ea typeface="+mj-lt"/>
                <a:cs typeface="+mj-lt"/>
              </a:rPr>
              <a:t>Electromagnetic Radiation from Video Display Units: An Eavesdropping Risk?” by Wim Van Eck</a:t>
            </a:r>
            <a:endParaRPr lang="en-US" sz="3700">
              <a:solidFill>
                <a:schemeClr val="tx2"/>
              </a:solidFill>
            </a:endParaRPr>
          </a:p>
        </p:txBody>
      </p:sp>
      <p:pic>
        <p:nvPicPr>
          <p:cNvPr id="4" name="Picture 3" descr="A cartoon of a person in a chair and a person in a chair&#10;&#10;Description automatically generated">
            <a:extLst>
              <a:ext uri="{FF2B5EF4-FFF2-40B4-BE49-F238E27FC236}">
                <a16:creationId xmlns:a16="http://schemas.microsoft.com/office/drawing/2014/main" id="{2824A2FB-3B03-21A7-A90D-CBF345454607}"/>
              </a:ext>
            </a:extLst>
          </p:cNvPr>
          <p:cNvPicPr>
            <a:picLocks noChangeAspect="1"/>
          </p:cNvPicPr>
          <p:nvPr/>
        </p:nvPicPr>
        <p:blipFill rotWithShape="1">
          <a:blip r:embed="rId3"/>
          <a:srcRect t="20042" b="34175"/>
          <a:stretch/>
        </p:blipFill>
        <p:spPr>
          <a:xfrm>
            <a:off x="-6214" y="2018"/>
            <a:ext cx="12214825" cy="3383384"/>
          </a:xfrm>
          <a:custGeom>
            <a:avLst/>
            <a:gdLst/>
            <a:ahLst/>
            <a:cxnLst/>
            <a:rect l="l" t="t" r="r" b="b"/>
            <a:pathLst>
              <a:path w="12214825" h="3383384">
                <a:moveTo>
                  <a:pt x="12213819" y="0"/>
                </a:moveTo>
                <a:cubicBezTo>
                  <a:pt x="12213819" y="29107"/>
                  <a:pt x="12214067" y="89770"/>
                  <a:pt x="12214502" y="174101"/>
                </a:cubicBezTo>
                <a:lnTo>
                  <a:pt x="12214825" y="234681"/>
                </a:lnTo>
                <a:lnTo>
                  <a:pt x="12214825" y="2718323"/>
                </a:lnTo>
                <a:lnTo>
                  <a:pt x="11377417" y="2725712"/>
                </a:lnTo>
                <a:cubicBezTo>
                  <a:pt x="7318291" y="2799276"/>
                  <a:pt x="6189525" y="3387660"/>
                  <a:pt x="3246747" y="3383361"/>
                </a:cubicBezTo>
                <a:cubicBezTo>
                  <a:pt x="2493396" y="3382260"/>
                  <a:pt x="1619330" y="3339570"/>
                  <a:pt x="544071" y="3235389"/>
                </a:cubicBezTo>
                <a:lnTo>
                  <a:pt x="19466" y="3181198"/>
                </a:lnTo>
                <a:cubicBezTo>
                  <a:pt x="22117" y="2650999"/>
                  <a:pt x="12840" y="2122787"/>
                  <a:pt x="3563" y="1594575"/>
                </a:cubicBezTo>
                <a:lnTo>
                  <a:pt x="0" y="1239098"/>
                </a:lnTo>
                <a:lnTo>
                  <a:pt x="0" y="7944"/>
                </a:lnTo>
                <a:close/>
              </a:path>
            </a:pathLst>
          </a:custGeom>
        </p:spPr>
      </p:pic>
      <p:sp>
        <p:nvSpPr>
          <p:cNvPr id="3" name="Content Placeholder 2">
            <a:extLst>
              <a:ext uri="{FF2B5EF4-FFF2-40B4-BE49-F238E27FC236}">
                <a16:creationId xmlns:a16="http://schemas.microsoft.com/office/drawing/2014/main" id="{BCB56F7E-11CC-317A-F6D3-A2AB92DD0042}"/>
              </a:ext>
            </a:extLst>
          </p:cNvPr>
          <p:cNvSpPr>
            <a:spLocks noGrp="1"/>
          </p:cNvSpPr>
          <p:nvPr>
            <p:ph idx="1"/>
          </p:nvPr>
        </p:nvSpPr>
        <p:spPr>
          <a:xfrm>
            <a:off x="7211421" y="3525807"/>
            <a:ext cx="4788050" cy="2722593"/>
          </a:xfrm>
        </p:spPr>
        <p:txBody>
          <a:bodyPr vert="horz" lIns="91440" tIns="45720" rIns="91440" bIns="45720" rtlCol="0" anchor="ctr">
            <a:normAutofit/>
          </a:bodyPr>
          <a:lstStyle/>
          <a:p>
            <a:r>
              <a:rPr lang="en-US" sz="1800">
                <a:solidFill>
                  <a:schemeClr val="tx2"/>
                </a:solidFill>
                <a:ea typeface="+mn-lt"/>
                <a:cs typeface="+mn-lt"/>
              </a:rPr>
              <a:t>CRT (Cathode Ray Tube)</a:t>
            </a:r>
          </a:p>
          <a:p>
            <a:pPr>
              <a:buClr>
                <a:srgbClr val="FFFFFF"/>
              </a:buClr>
            </a:pPr>
            <a:r>
              <a:rPr lang="en-US" sz="1800">
                <a:solidFill>
                  <a:schemeClr val="tx2"/>
                </a:solidFill>
                <a:ea typeface="+mn-lt"/>
                <a:cs typeface="+mn-lt"/>
              </a:rPr>
              <a:t>Programmable Digital Frequency Divider</a:t>
            </a:r>
          </a:p>
          <a:p>
            <a:pPr>
              <a:buClr>
                <a:srgbClr val="FFFFFF"/>
              </a:buClr>
            </a:pPr>
            <a:r>
              <a:rPr lang="en-US" sz="1800">
                <a:solidFill>
                  <a:schemeClr val="tx2"/>
                </a:solidFill>
              </a:rPr>
              <a:t>Mitigation Strategies</a:t>
            </a:r>
          </a:p>
          <a:p>
            <a:pPr lvl="1">
              <a:buClr>
                <a:srgbClr val="FFFFFF"/>
              </a:buClr>
              <a:buFont typeface="Courier New" panose="020B0604020202020204" pitchFamily="34" charset="0"/>
              <a:buChar char="o"/>
            </a:pPr>
            <a:r>
              <a:rPr lang="en-US" sz="1800">
                <a:solidFill>
                  <a:schemeClr val="tx2"/>
                </a:solidFill>
              </a:rPr>
              <a:t>Minimization of Radation</a:t>
            </a:r>
          </a:p>
          <a:p>
            <a:pPr lvl="1">
              <a:buClr>
                <a:srgbClr val="FFFFFF"/>
              </a:buClr>
              <a:buFont typeface="Courier New" panose="020B0604020202020204" pitchFamily="34" charset="0"/>
              <a:buChar char="o"/>
            </a:pPr>
            <a:r>
              <a:rPr lang="en-US" sz="1800">
                <a:solidFill>
                  <a:schemeClr val="tx2"/>
                </a:solidFill>
              </a:rPr>
              <a:t>Maximization of noise</a:t>
            </a:r>
          </a:p>
          <a:p>
            <a:pPr lvl="1">
              <a:buClr>
                <a:srgbClr val="FFFFFF"/>
              </a:buClr>
              <a:buFont typeface="Courier New" panose="020B0604020202020204" pitchFamily="34" charset="0"/>
              <a:buChar char="o"/>
            </a:pPr>
            <a:r>
              <a:rPr lang="en-US" sz="1800">
                <a:solidFill>
                  <a:schemeClr val="tx2"/>
                </a:solidFill>
              </a:rPr>
              <a:t>Cryptographic displays</a:t>
            </a:r>
          </a:p>
        </p:txBody>
      </p:sp>
      <p:sp>
        <p:nvSpPr>
          <p:cNvPr id="5" name="TextBox 4">
            <a:extLst>
              <a:ext uri="{FF2B5EF4-FFF2-40B4-BE49-F238E27FC236}">
                <a16:creationId xmlns:a16="http://schemas.microsoft.com/office/drawing/2014/main" id="{48ADAB9A-807E-0076-93D3-6745CAAA46CD}"/>
              </a:ext>
            </a:extLst>
          </p:cNvPr>
          <p:cNvSpPr txBox="1"/>
          <p:nvPr/>
        </p:nvSpPr>
        <p:spPr>
          <a:xfrm>
            <a:off x="8684491" y="2842491"/>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a:t>Source: https://hackaday.com/2015/10/19/tempest-a-tin-foil-hat-for-your-electronics-and-their-secrets/</a:t>
            </a:r>
            <a:r>
              <a:rPr lang="en-US" sz="700">
                <a:solidFill>
                  <a:srgbClr val="808080"/>
                </a:solidFill>
              </a:rPr>
              <a:t>​</a:t>
            </a:r>
          </a:p>
        </p:txBody>
      </p:sp>
    </p:spTree>
    <p:extLst>
      <p:ext uri="{BB962C8B-B14F-4D97-AF65-F5344CB8AC3E}">
        <p14:creationId xmlns:p14="http://schemas.microsoft.com/office/powerpoint/2010/main" val="3227197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ectangle 54">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ight Triangle 56">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61" name="Group 60">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62" name="Straight Connector 61">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24518A6-C56A-A0E2-7337-85E806EADC4A}"/>
              </a:ext>
            </a:extLst>
          </p:cNvPr>
          <p:cNvSpPr>
            <a:spLocks noGrp="1"/>
          </p:cNvSpPr>
          <p:nvPr>
            <p:ph type="title"/>
          </p:nvPr>
        </p:nvSpPr>
        <p:spPr>
          <a:xfrm>
            <a:off x="457201" y="732348"/>
            <a:ext cx="4419600" cy="2240735"/>
          </a:xfrm>
        </p:spPr>
        <p:txBody>
          <a:bodyPr>
            <a:normAutofit/>
          </a:bodyPr>
          <a:lstStyle/>
          <a:p>
            <a:r>
              <a:rPr lang="en-US">
                <a:solidFill>
                  <a:schemeClr val="tx2"/>
                </a:solidFill>
              </a:rPr>
              <a:t>Van Eck phreaking</a:t>
            </a:r>
          </a:p>
          <a:p>
            <a:endParaRPr lang="en-US" dirty="0">
              <a:solidFill>
                <a:schemeClr val="tx2"/>
              </a:solidFill>
              <a:cs typeface="Posterama"/>
            </a:endParaRPr>
          </a:p>
        </p:txBody>
      </p:sp>
      <p:sp>
        <p:nvSpPr>
          <p:cNvPr id="8" name="Content Placeholder 7">
            <a:extLst>
              <a:ext uri="{FF2B5EF4-FFF2-40B4-BE49-F238E27FC236}">
                <a16:creationId xmlns:a16="http://schemas.microsoft.com/office/drawing/2014/main" id="{AF5F0FDD-9605-2119-6587-BF86E21A5A6C}"/>
              </a:ext>
            </a:extLst>
          </p:cNvPr>
          <p:cNvSpPr>
            <a:spLocks noGrp="1"/>
          </p:cNvSpPr>
          <p:nvPr>
            <p:ph idx="1"/>
          </p:nvPr>
        </p:nvSpPr>
        <p:spPr>
          <a:xfrm>
            <a:off x="457201" y="3264832"/>
            <a:ext cx="4419600" cy="2983568"/>
          </a:xfrm>
        </p:spPr>
        <p:txBody>
          <a:bodyPr vert="horz" lIns="91440" tIns="45720" rIns="91440" bIns="45720" rtlCol="0">
            <a:normAutofit/>
          </a:bodyPr>
          <a:lstStyle/>
          <a:p>
            <a:r>
              <a:rPr lang="en-US" sz="1800" dirty="0">
                <a:solidFill>
                  <a:schemeClr val="tx2"/>
                </a:solidFill>
              </a:rPr>
              <a:t>Software Defined Radio</a:t>
            </a:r>
          </a:p>
        </p:txBody>
      </p:sp>
      <p:pic>
        <p:nvPicPr>
          <p:cNvPr id="4" name="Content Placeholder 3" descr="A screenshot of a computer&#10;&#10;Description automatically generated">
            <a:extLst>
              <a:ext uri="{FF2B5EF4-FFF2-40B4-BE49-F238E27FC236}">
                <a16:creationId xmlns:a16="http://schemas.microsoft.com/office/drawing/2014/main" id="{0BAEA899-9201-C072-DC71-5507B90E38F8}"/>
              </a:ext>
            </a:extLst>
          </p:cNvPr>
          <p:cNvPicPr>
            <a:picLocks noChangeAspect="1"/>
          </p:cNvPicPr>
          <p:nvPr/>
        </p:nvPicPr>
        <p:blipFill>
          <a:blip r:embed="rId2"/>
          <a:stretch>
            <a:fillRect/>
          </a:stretch>
        </p:blipFill>
        <p:spPr>
          <a:xfrm>
            <a:off x="5522744" y="732348"/>
            <a:ext cx="6157747" cy="5541973"/>
          </a:xfrm>
          <a:prstGeom prst="rect">
            <a:avLst/>
          </a:prstGeom>
        </p:spPr>
      </p:pic>
    </p:spTree>
    <p:extLst>
      <p:ext uri="{BB962C8B-B14F-4D97-AF65-F5344CB8AC3E}">
        <p14:creationId xmlns:p14="http://schemas.microsoft.com/office/powerpoint/2010/main" val="2838847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E3A065D-622E-F9B0-8509-A0A160B25B16}"/>
              </a:ext>
            </a:extLst>
          </p:cNvPr>
          <p:cNvSpPr>
            <a:spLocks noGrp="1"/>
          </p:cNvSpPr>
          <p:nvPr>
            <p:ph type="title"/>
          </p:nvPr>
        </p:nvSpPr>
        <p:spPr>
          <a:xfrm>
            <a:off x="457201" y="732348"/>
            <a:ext cx="4419600" cy="2240735"/>
          </a:xfrm>
        </p:spPr>
        <p:txBody>
          <a:bodyPr>
            <a:normAutofit/>
          </a:bodyPr>
          <a:lstStyle/>
          <a:p>
            <a:r>
              <a:rPr lang="en-US" sz="3400">
                <a:solidFill>
                  <a:schemeClr val="tx2"/>
                </a:solidFill>
                <a:ea typeface="+mj-lt"/>
                <a:cs typeface="+mj-lt"/>
              </a:rPr>
              <a:t>Unveiling the Pinnacle Achievements of Side Channel Attacks</a:t>
            </a:r>
            <a:endParaRPr lang="en-US" sz="3400">
              <a:solidFill>
                <a:schemeClr val="tx2"/>
              </a:solidFill>
            </a:endParaRPr>
          </a:p>
        </p:txBody>
      </p:sp>
      <p:sp>
        <p:nvSpPr>
          <p:cNvPr id="3" name="Content Placeholder 2">
            <a:extLst>
              <a:ext uri="{FF2B5EF4-FFF2-40B4-BE49-F238E27FC236}">
                <a16:creationId xmlns:a16="http://schemas.microsoft.com/office/drawing/2014/main" id="{9FEEA0C3-3207-98A0-C174-08463C12184F}"/>
              </a:ext>
            </a:extLst>
          </p:cNvPr>
          <p:cNvSpPr>
            <a:spLocks noGrp="1"/>
          </p:cNvSpPr>
          <p:nvPr>
            <p:ph idx="1"/>
          </p:nvPr>
        </p:nvSpPr>
        <p:spPr>
          <a:xfrm>
            <a:off x="457201" y="3264832"/>
            <a:ext cx="4419600" cy="2983568"/>
          </a:xfrm>
        </p:spPr>
        <p:txBody>
          <a:bodyPr vert="horz" lIns="91440" tIns="45720" rIns="91440" bIns="45720" rtlCol="0">
            <a:normAutofit/>
          </a:bodyPr>
          <a:lstStyle/>
          <a:p>
            <a:r>
              <a:rPr lang="en-US" sz="1800">
                <a:solidFill>
                  <a:schemeClr val="tx2"/>
                </a:solidFill>
              </a:rPr>
              <a:t>1996</a:t>
            </a:r>
          </a:p>
          <a:p>
            <a:pPr>
              <a:buClr>
                <a:srgbClr val="FFFFFF"/>
              </a:buClr>
            </a:pPr>
            <a:r>
              <a:rPr lang="en-US" sz="1800">
                <a:solidFill>
                  <a:schemeClr val="tx2"/>
                </a:solidFill>
                <a:ea typeface="+mn-lt"/>
                <a:cs typeface="+mn-lt"/>
              </a:rPr>
              <a:t>The Paper: </a:t>
            </a:r>
            <a:r>
              <a:rPr lang="en-US" sz="1800">
                <a:solidFill>
                  <a:schemeClr val="tx2"/>
                </a:solidFill>
                <a:ea typeface="+mn-lt"/>
                <a:cs typeface="+mn-lt"/>
                <a:hlinkClick r:id="rId3"/>
              </a:rPr>
              <a:t>Timing Attacks on Implementations of Diffie-Hellman, RSA, DSS, and Other Systems</a:t>
            </a:r>
            <a:endParaRPr lang="en-US" sz="1800">
              <a:solidFill>
                <a:schemeClr val="tx2"/>
              </a:solidFill>
            </a:endParaRPr>
          </a:p>
          <a:p>
            <a:pPr>
              <a:buClr>
                <a:srgbClr val="FFFFFF"/>
              </a:buClr>
            </a:pPr>
            <a:endParaRPr lang="en-US" sz="1800">
              <a:solidFill>
                <a:schemeClr val="tx2"/>
              </a:solidFill>
            </a:endParaRPr>
          </a:p>
        </p:txBody>
      </p:sp>
      <p:pic>
        <p:nvPicPr>
          <p:cNvPr id="7" name="Graphic 6" descr="Document">
            <a:extLst>
              <a:ext uri="{FF2B5EF4-FFF2-40B4-BE49-F238E27FC236}">
                <a16:creationId xmlns:a16="http://schemas.microsoft.com/office/drawing/2014/main" id="{502D8A1B-B7AB-EAB1-E07D-EA3308A624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631" y="732348"/>
            <a:ext cx="5541973" cy="5541973"/>
          </a:xfrm>
          <a:prstGeom prst="rect">
            <a:avLst/>
          </a:prstGeom>
        </p:spPr>
      </p:pic>
    </p:spTree>
    <p:extLst>
      <p:ext uri="{BB962C8B-B14F-4D97-AF65-F5344CB8AC3E}">
        <p14:creationId xmlns:p14="http://schemas.microsoft.com/office/powerpoint/2010/main" val="162842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8" name="Rectangle 13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0" name="Rectangle 139">
            <a:extLst>
              <a:ext uri="{FF2B5EF4-FFF2-40B4-BE49-F238E27FC236}">
                <a16:creationId xmlns:a16="http://schemas.microsoft.com/office/drawing/2014/main" id="{B205CA4C-4876-4E28-97E0-1162D662A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2" name="Right Triangle 141">
            <a:extLst>
              <a:ext uri="{FF2B5EF4-FFF2-40B4-BE49-F238E27FC236}">
                <a16:creationId xmlns:a16="http://schemas.microsoft.com/office/drawing/2014/main" id="{2E08B368-A2A8-4357-B416-37C258EFE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84712" y="-279398"/>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lowchart: Document 143">
            <a:extLst>
              <a:ext uri="{FF2B5EF4-FFF2-40B4-BE49-F238E27FC236}">
                <a16:creationId xmlns:a16="http://schemas.microsoft.com/office/drawing/2014/main" id="{A890253F-325A-4AC7-AF5F-06FB890E8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455724" y="2105114"/>
            <a:ext cx="6858000" cy="2647778"/>
          </a:xfrm>
          <a:prstGeom prst="flowChartDocument">
            <a:avLst/>
          </a:pr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46" name="Group 14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47" name="Straight Connector 146">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E3A065D-622E-F9B0-8509-A0A160B25B16}"/>
              </a:ext>
            </a:extLst>
          </p:cNvPr>
          <p:cNvSpPr>
            <a:spLocks noGrp="1"/>
          </p:cNvSpPr>
          <p:nvPr>
            <p:ph type="title"/>
          </p:nvPr>
        </p:nvSpPr>
        <p:spPr>
          <a:xfrm>
            <a:off x="457200" y="725469"/>
            <a:ext cx="4952999" cy="2247614"/>
          </a:xfrm>
        </p:spPr>
        <p:txBody>
          <a:bodyPr>
            <a:normAutofit/>
          </a:bodyPr>
          <a:lstStyle/>
          <a:p>
            <a:r>
              <a:rPr lang="en-US" sz="3100">
                <a:solidFill>
                  <a:schemeClr val="tx2"/>
                </a:solidFill>
                <a:ea typeface="+mj-lt"/>
                <a:cs typeface="+mj-lt"/>
              </a:rPr>
              <a:t>Measured quantity can lead to information leakage, and this is how various side-channels were introduced.</a:t>
            </a:r>
            <a:endParaRPr lang="en-US" sz="3100">
              <a:solidFill>
                <a:schemeClr val="tx2"/>
              </a:solidFill>
            </a:endParaRPr>
          </a:p>
        </p:txBody>
      </p:sp>
      <p:sp>
        <p:nvSpPr>
          <p:cNvPr id="93" name="Content Placeholder 92">
            <a:extLst>
              <a:ext uri="{FF2B5EF4-FFF2-40B4-BE49-F238E27FC236}">
                <a16:creationId xmlns:a16="http://schemas.microsoft.com/office/drawing/2014/main" id="{F2ECB24B-DE3C-2592-2C35-108AFEC9585A}"/>
              </a:ext>
            </a:extLst>
          </p:cNvPr>
          <p:cNvSpPr>
            <a:spLocks noGrp="1"/>
          </p:cNvSpPr>
          <p:nvPr>
            <p:ph idx="1"/>
          </p:nvPr>
        </p:nvSpPr>
        <p:spPr>
          <a:xfrm>
            <a:off x="457200" y="3264832"/>
            <a:ext cx="4952999" cy="3009494"/>
          </a:xfrm>
        </p:spPr>
        <p:txBody>
          <a:bodyPr vert="horz" lIns="91440" tIns="45720" rIns="91440" bIns="45720" rtlCol="0">
            <a:normAutofit/>
          </a:bodyPr>
          <a:lstStyle/>
          <a:p>
            <a:r>
              <a:rPr lang="en-US" sz="1800">
                <a:solidFill>
                  <a:schemeClr val="tx2"/>
                </a:solidFill>
                <a:ea typeface="+mn-lt"/>
                <a:cs typeface="+mn-lt"/>
              </a:rPr>
              <a:t>Manfred Josef Aigner and Elisabeth Oswald. “Power Analysis Tutorial”. In: Institute for Applied Information Processing and Communication, University of Technology Graz, 2000.</a:t>
            </a:r>
            <a:endParaRPr lang="en-US" sz="1800">
              <a:solidFill>
                <a:schemeClr val="tx2"/>
              </a:solidFill>
            </a:endParaRPr>
          </a:p>
        </p:txBody>
      </p:sp>
      <p:pic>
        <p:nvPicPr>
          <p:cNvPr id="6" name="Content Placeholder 5" descr="Side-Channel-Analysis-Bench-Tool-by-eShard.jpg">
            <a:extLst>
              <a:ext uri="{FF2B5EF4-FFF2-40B4-BE49-F238E27FC236}">
                <a16:creationId xmlns:a16="http://schemas.microsoft.com/office/drawing/2014/main" id="{CE61DC88-703B-477E-C479-8E990836DD63}"/>
              </a:ext>
            </a:extLst>
          </p:cNvPr>
          <p:cNvPicPr>
            <a:picLocks noChangeAspect="1"/>
          </p:cNvPicPr>
          <p:nvPr/>
        </p:nvPicPr>
        <p:blipFill rotWithShape="1">
          <a:blip r:embed="rId3"/>
          <a:srcRect l="17320" r="10431" b="2"/>
          <a:stretch/>
        </p:blipFill>
        <p:spPr>
          <a:xfrm>
            <a:off x="6025896" y="457200"/>
            <a:ext cx="5879592" cy="5879592"/>
          </a:xfrm>
          <a:custGeom>
            <a:avLst/>
            <a:gdLst/>
            <a:ahLst/>
            <a:cxnLst/>
            <a:rect l="l" t="t" r="r" b="b"/>
            <a:pathLst>
              <a:path w="5777910" h="5777910">
                <a:moveTo>
                  <a:pt x="2888955" y="0"/>
                </a:moveTo>
                <a:cubicBezTo>
                  <a:pt x="4484481" y="0"/>
                  <a:pt x="5777910" y="1293429"/>
                  <a:pt x="5777910" y="2888955"/>
                </a:cubicBezTo>
                <a:cubicBezTo>
                  <a:pt x="5777910" y="4484481"/>
                  <a:pt x="4484481" y="5777910"/>
                  <a:pt x="2888955" y="5777910"/>
                </a:cubicBezTo>
                <a:cubicBezTo>
                  <a:pt x="1293429" y="5777910"/>
                  <a:pt x="0" y="4484481"/>
                  <a:pt x="0" y="2888955"/>
                </a:cubicBezTo>
                <a:cubicBezTo>
                  <a:pt x="0" y="1293429"/>
                  <a:pt x="1293429" y="0"/>
                  <a:pt x="2888955" y="0"/>
                </a:cubicBezTo>
                <a:close/>
              </a:path>
            </a:pathLst>
          </a:custGeom>
        </p:spPr>
      </p:pic>
    </p:spTree>
    <p:extLst>
      <p:ext uri="{BB962C8B-B14F-4D97-AF65-F5344CB8AC3E}">
        <p14:creationId xmlns:p14="http://schemas.microsoft.com/office/powerpoint/2010/main" val="670766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8" name="Rectangle 197">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00" name="Group 199">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1" name="Straight Connector 200">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31" name="Freeform: Shape 230">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33" name="Freeform: Shape 232">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35" name="Rectangle 234">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37" name="Group 236">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38" name="Straight Connector 237">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68" name="Freeform: Shape 267">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70" name="Group 269">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71" name="Straight Connector 270">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301" name="Rectangle 300">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3" name="Rectangle 302">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5" name="Right Triangle 304">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Flowchart: Document 306">
            <a:extLst>
              <a:ext uri="{FF2B5EF4-FFF2-40B4-BE49-F238E27FC236}">
                <a16:creationId xmlns:a16="http://schemas.microsoft.com/office/drawing/2014/main" id="{41FB6F01-9581-4ED4-833E-048E9F3C8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96105" y="1562107"/>
            <a:ext cx="6858000" cy="3733791"/>
          </a:xfrm>
          <a:prstGeom prst="flowChartDocument">
            <a:avLst/>
          </a:prstGeom>
          <a:solidFill>
            <a:schemeClr val="accent5">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309" name="Group 308">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10" name="Straight Connector 309">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58E4710-ABAF-9E3A-3149-9976587E2251}"/>
              </a:ext>
            </a:extLst>
          </p:cNvPr>
          <p:cNvSpPr>
            <a:spLocks noGrp="1"/>
          </p:cNvSpPr>
          <p:nvPr>
            <p:ph type="title"/>
          </p:nvPr>
        </p:nvSpPr>
        <p:spPr>
          <a:xfrm>
            <a:off x="453142" y="2954226"/>
            <a:ext cx="5555624" cy="2232199"/>
          </a:xfrm>
        </p:spPr>
        <p:txBody>
          <a:bodyPr vert="horz" lIns="91440" tIns="45720" rIns="91440" bIns="45720" rtlCol="0" anchor="t">
            <a:normAutofit/>
          </a:bodyPr>
          <a:lstStyle/>
          <a:p>
            <a:r>
              <a:rPr lang="en-US" sz="5400">
                <a:solidFill>
                  <a:schemeClr val="tx2"/>
                </a:solidFill>
              </a:rPr>
              <a:t>SCA </a:t>
            </a:r>
          </a:p>
        </p:txBody>
      </p:sp>
      <p:pic>
        <p:nvPicPr>
          <p:cNvPr id="7" name="Content Placeholder 6" descr="A diagram of a computer system&#10;&#10;Description automatically generated">
            <a:extLst>
              <a:ext uri="{FF2B5EF4-FFF2-40B4-BE49-F238E27FC236}">
                <a16:creationId xmlns:a16="http://schemas.microsoft.com/office/drawing/2014/main" id="{17A954B1-24A6-F8D0-C71F-A77F64A5511C}"/>
              </a:ext>
            </a:extLst>
          </p:cNvPr>
          <p:cNvPicPr>
            <a:picLocks noGrp="1" noChangeAspect="1"/>
          </p:cNvPicPr>
          <p:nvPr>
            <p:ph idx="1"/>
          </p:nvPr>
        </p:nvPicPr>
        <p:blipFill>
          <a:blip r:embed="rId3"/>
          <a:stretch>
            <a:fillRect/>
          </a:stretch>
        </p:blipFill>
        <p:spPr>
          <a:xfrm>
            <a:off x="4748664" y="1231109"/>
            <a:ext cx="7250809" cy="4921782"/>
          </a:xfrm>
          <a:prstGeom prst="rect">
            <a:avLst/>
          </a:prstGeom>
        </p:spPr>
      </p:pic>
    </p:spTree>
    <p:extLst>
      <p:ext uri="{BB962C8B-B14F-4D97-AF65-F5344CB8AC3E}">
        <p14:creationId xmlns:p14="http://schemas.microsoft.com/office/powerpoint/2010/main" val="4011371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Rectangle 20">
            <a:extLst>
              <a:ext uri="{FF2B5EF4-FFF2-40B4-BE49-F238E27FC236}">
                <a16:creationId xmlns:a16="http://schemas.microsoft.com/office/drawing/2014/main" id="{BC3FA84C-8729-4FD0-B361-46AE04B43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ight Triangle 2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6" name="Straight Connector 25">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1005027-5950-25B8-01B7-B6C94A7105B4}"/>
              </a:ext>
            </a:extLst>
          </p:cNvPr>
          <p:cNvSpPr>
            <a:spLocks noGrp="1"/>
          </p:cNvSpPr>
          <p:nvPr>
            <p:ph type="title"/>
          </p:nvPr>
        </p:nvSpPr>
        <p:spPr>
          <a:xfrm>
            <a:off x="457200" y="720773"/>
            <a:ext cx="10744186" cy="1611710"/>
          </a:xfrm>
        </p:spPr>
        <p:txBody>
          <a:bodyPr>
            <a:normAutofit/>
          </a:bodyPr>
          <a:lstStyle/>
          <a:p>
            <a:r>
              <a:rPr lang="en-US">
                <a:solidFill>
                  <a:schemeClr val="tx2">
                    <a:alpha val="80000"/>
                  </a:schemeClr>
                </a:solidFill>
                <a:cs typeface="Posterama"/>
              </a:rPr>
              <a:t>SCA Model</a:t>
            </a:r>
            <a:endParaRPr lang="en-US">
              <a:solidFill>
                <a:schemeClr val="tx2">
                  <a:alpha val="80000"/>
                </a:schemeClr>
              </a:solidFill>
            </a:endParaRPr>
          </a:p>
        </p:txBody>
      </p:sp>
      <p:sp>
        <p:nvSpPr>
          <p:cNvPr id="56" name="Rectangle 55">
            <a:extLst>
              <a:ext uri="{FF2B5EF4-FFF2-40B4-BE49-F238E27FC236}">
                <a16:creationId xmlns:a16="http://schemas.microsoft.com/office/drawing/2014/main" id="{EB97ECD4-67DD-4166-9EC5-5D8834005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316" y="2403921"/>
            <a:ext cx="11806942" cy="38410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14" name="Content Placeholder 13">
            <a:extLst>
              <a:ext uri="{FF2B5EF4-FFF2-40B4-BE49-F238E27FC236}">
                <a16:creationId xmlns:a16="http://schemas.microsoft.com/office/drawing/2014/main" id="{E97A29E6-31B4-E342-87F6-E9DA87A2440A}"/>
              </a:ext>
            </a:extLst>
          </p:cNvPr>
          <p:cNvGraphicFramePr>
            <a:graphicFrameLocks noGrp="1"/>
          </p:cNvGraphicFramePr>
          <p:nvPr>
            <p:ph idx="1"/>
            <p:extLst>
              <p:ext uri="{D42A27DB-BD31-4B8C-83A1-F6EECF244321}">
                <p14:modId xmlns:p14="http://schemas.microsoft.com/office/powerpoint/2010/main" val="1821204713"/>
              </p:ext>
            </p:extLst>
          </p:nvPr>
        </p:nvGraphicFramePr>
        <p:xfrm>
          <a:off x="457200" y="2500757"/>
          <a:ext cx="10723563" cy="3676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80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 name="Rectangle 12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31" name="Group 13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2" name="Straight Connector 13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62" name="Freeform: Shape 16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64" name="Freeform: Shape 16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66" name="Rectangle 165">
            <a:extLst>
              <a:ext uri="{FF2B5EF4-FFF2-40B4-BE49-F238E27FC236}">
                <a16:creationId xmlns:a16="http://schemas.microsoft.com/office/drawing/2014/main" id="{326AD51D-D59E-4689-A5DF-6A9857053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68" name="Group 167">
            <a:extLst>
              <a:ext uri="{FF2B5EF4-FFF2-40B4-BE49-F238E27FC236}">
                <a16:creationId xmlns:a16="http://schemas.microsoft.com/office/drawing/2014/main" id="{05578CCE-1E06-4634-B7D3-B75915B79B54}"/>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69" name="Straight Connector 168">
              <a:extLst>
                <a:ext uri="{FF2B5EF4-FFF2-40B4-BE49-F238E27FC236}">
                  <a16:creationId xmlns:a16="http://schemas.microsoft.com/office/drawing/2014/main" id="{758694FA-DDF2-4463-8E27-E40C7B705D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66F117C-BB6F-4A4D-B9E6-7352647BF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FDD06D7-A858-4BE9-B269-786451727C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2B9716CE-4E07-44BE-9271-E478BBE78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F4E8B64A-EF2F-47BF-AF60-22693FBD5B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9EBB16F-B1A9-45AE-9C7A-503A402FBC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BF44818A-E73A-4763-8B27-B5244AD16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D43A7F77-4F07-4CD4-B62F-B3AF76ADF4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7C64748D-7F97-429F-8A7B-8D7EEB1E2C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BB97A24-973F-442A-99BA-8AC5FB1D1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99732AE5-4438-4E42-834A-653713C0B6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33E2B6CE-9310-4CD9-B1C7-2DBFB56137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959B4D1-86FF-4165-945E-3265E3F00D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8B56538-E579-4678-B2C4-190218F657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C898F5F-7AAE-453A-82FE-F4247F2F4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A7D95DBF-0AAC-4741-91B1-649F6FE7D7A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B3F59BE-64EE-4780-9361-E231148A43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BE6D2F5-CA3E-4BC3-B8FE-49E3FAC000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EF74E0F-547D-4E30-B042-E040A16396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3948BBB3-C56E-4DCA-B93A-71D4754768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36449CBA-E814-4F9C-9FC8-0B2E05BFB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F5F9BC37-BDF5-45BE-B728-B10A9565A1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314572B9-7D58-48F6-A290-9EF0975956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2C4CAC2-0AC5-408F-92EA-7FB0F63A5D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0504E629-A4AD-411E-B4C0-B205748A1B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9BA5C51-7F10-4E99-BF13-383E0B5DEE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47F8EAE2-B22F-48D7-875C-C68B07B5C3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D7E1B9FF-384B-455E-88A2-93A4CC7910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9A8FF40-B2F4-4522-9598-E0F0279151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99" name="Freeform: Shape 198">
            <a:extLst>
              <a:ext uri="{FF2B5EF4-FFF2-40B4-BE49-F238E27FC236}">
                <a16:creationId xmlns:a16="http://schemas.microsoft.com/office/drawing/2014/main" id="{7A6DA27B-24A2-4FAF-9CB9-A814BF835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201" name="Group 200">
            <a:extLst>
              <a:ext uri="{FF2B5EF4-FFF2-40B4-BE49-F238E27FC236}">
                <a16:creationId xmlns:a16="http://schemas.microsoft.com/office/drawing/2014/main" id="{ED48258A-6826-4A24-97F8-B65FE4D99A4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2" name="Straight Connector 201">
              <a:extLst>
                <a:ext uri="{FF2B5EF4-FFF2-40B4-BE49-F238E27FC236}">
                  <a16:creationId xmlns:a16="http://schemas.microsoft.com/office/drawing/2014/main" id="{A43F6B7F-6CF7-4212-8A4C-0AF81FCC70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CD379A7-2614-4A67-8607-5A9FF0118E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E972002F-2AF6-4170-83C8-3AC461AEA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F1082F6-3D56-4AD7-A271-A7CDEE46C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0CCEA333-BCA4-414F-8235-43D426595D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087971C1-BBD6-4201-A93D-DF09B2B42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28F0E17-F524-4028-ABA2-99D293B7F9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59CA3BF8-B976-46BC-9FD8-0BBFED3A5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30B60B9-F7F0-4B6E-848E-94EB0E9D17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F33B57A-CBB1-4201-BB5A-75E5AB6F86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C16721E5-E31C-4F26-9D10-29EDA029E0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ADADFEDD-1B94-4EA7-B826-5E342BD4B6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CF0AE683-15D4-4904-BB82-96ADABE671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5EF4A50C-5A07-4204-8915-10F2B32D6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3E84E616-3881-4F89-8F3A-EC4C9F3EB4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FACE3E7B-5CF6-4605-8EA9-F03A222AAEB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77AE8FF-E1E0-49F8-972B-3BCAD57D05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8F76A8B-AC15-4215-884C-57C94FE75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829813CA-E925-41BB-A818-AEEBD58D7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ED9DD07-B629-4508-99B3-666544E5D8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3859C10A-6DEF-4B98-9208-9681745D09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8F930A6-B089-462C-8699-E7DEC651D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9FCA652-5425-4350-80D2-DF3A72932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614C2703-817B-4E61-B0C1-B8A18B7B71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E9756F19-602C-437D-89D3-AA582DE6E1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AD912F9B-FBEE-468E-9E40-4A911738B0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C3008689-B0A9-46C9-888F-0427372872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8AA2E07E-83FC-4A07-A945-64C914BB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BC3CD54-7A49-4290-9D69-AC69160EE7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232" name="Rectangle 231">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4" name="Rectangle 23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6" name="Flowchart: Document 8">
            <a:extLst>
              <a:ext uri="{FF2B5EF4-FFF2-40B4-BE49-F238E27FC236}">
                <a16:creationId xmlns:a16="http://schemas.microsoft.com/office/drawing/2014/main" id="{4BE5C09D-B3C1-42F3-B945-39AEDFD19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56098" y="97180"/>
            <a:ext cx="6867330" cy="665430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38" name="Group 237">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533399"/>
            <a:ext cx="12214827" cy="6858000"/>
            <a:chOff x="-6214" y="-1"/>
            <a:chExt cx="12214827" cy="6858000"/>
          </a:xfrm>
        </p:grpSpPr>
        <p:cxnSp>
          <p:nvCxnSpPr>
            <p:cNvPr id="239" name="Straight Connector 238">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 name="Content Placeholder 3">
            <a:extLst>
              <a:ext uri="{FF2B5EF4-FFF2-40B4-BE49-F238E27FC236}">
                <a16:creationId xmlns:a16="http://schemas.microsoft.com/office/drawing/2014/main" id="{6BF72CB8-0730-B45C-9331-BE17CF3BD1AC}"/>
              </a:ext>
            </a:extLst>
          </p:cNvPr>
          <p:cNvGraphicFramePr>
            <a:graphicFrameLocks noGrp="1"/>
          </p:cNvGraphicFramePr>
          <p:nvPr>
            <p:ph idx="1"/>
            <p:extLst>
              <p:ext uri="{D42A27DB-BD31-4B8C-83A1-F6EECF244321}">
                <p14:modId xmlns:p14="http://schemas.microsoft.com/office/powerpoint/2010/main" val="1904881385"/>
              </p:ext>
            </p:extLst>
          </p:nvPr>
        </p:nvGraphicFramePr>
        <p:xfrm>
          <a:off x="1063979" y="527277"/>
          <a:ext cx="10078155" cy="60456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6602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78" name="Group 77">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47D76C7-C069-E512-A3C2-00A31F620EB8}"/>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a:solidFill>
                  <a:schemeClr val="tx2"/>
                </a:solidFill>
              </a:rPr>
              <a:t>SCA Classification</a:t>
            </a:r>
          </a:p>
        </p:txBody>
      </p:sp>
      <p:pic>
        <p:nvPicPr>
          <p:cNvPr id="4" name="Content Placeholder 3" descr="A diagram of a diagram&#10;&#10;Description automatically generated">
            <a:extLst>
              <a:ext uri="{FF2B5EF4-FFF2-40B4-BE49-F238E27FC236}">
                <a16:creationId xmlns:a16="http://schemas.microsoft.com/office/drawing/2014/main" id="{48ABDE0E-F607-5F8A-8635-3887722E9E5B}"/>
              </a:ext>
            </a:extLst>
          </p:cNvPr>
          <p:cNvPicPr>
            <a:picLocks noGrp="1" noChangeAspect="1"/>
          </p:cNvPicPr>
          <p:nvPr>
            <p:ph idx="1"/>
          </p:nvPr>
        </p:nvPicPr>
        <p:blipFill>
          <a:blip r:embed="rId2"/>
          <a:stretch>
            <a:fillRect/>
          </a:stretch>
        </p:blipFill>
        <p:spPr>
          <a:xfrm>
            <a:off x="1586817" y="2240607"/>
            <a:ext cx="9707450" cy="4104361"/>
          </a:xfrm>
          <a:prstGeom prst="rect">
            <a:avLst/>
          </a:prstGeom>
        </p:spPr>
      </p:pic>
      <p:sp>
        <p:nvSpPr>
          <p:cNvPr id="5" name="TextBox 4">
            <a:extLst>
              <a:ext uri="{FF2B5EF4-FFF2-40B4-BE49-F238E27FC236}">
                <a16:creationId xmlns:a16="http://schemas.microsoft.com/office/drawing/2014/main" id="{DBEA0012-AA9F-C39F-9064-555DCDAE87B9}"/>
              </a:ext>
            </a:extLst>
          </p:cNvPr>
          <p:cNvSpPr txBox="1"/>
          <p:nvPr/>
        </p:nvSpPr>
        <p:spPr>
          <a:xfrm>
            <a:off x="4463773" y="6464775"/>
            <a:ext cx="51844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Source: </a:t>
            </a:r>
            <a:r>
              <a:rPr lang="en-US" dirty="0">
                <a:ea typeface="+mn-lt"/>
                <a:cs typeface="+mn-lt"/>
              </a:rPr>
              <a:t>http://arxiv.org/abs/2312.11094</a:t>
            </a:r>
            <a:endParaRPr lang="en-US" dirty="0"/>
          </a:p>
        </p:txBody>
      </p:sp>
    </p:spTree>
    <p:extLst>
      <p:ext uri="{BB962C8B-B14F-4D97-AF65-F5344CB8AC3E}">
        <p14:creationId xmlns:p14="http://schemas.microsoft.com/office/powerpoint/2010/main" val="4015268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26222098-34BD-4328-93AF-F8000B8A0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5255" y="-27798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53F99AE-CDDD-4AA6-B570-8A6E693F2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3" y="4554328"/>
            <a:ext cx="12228078"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6" name="Group 15">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20" name="Straight Connector 19">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BC5EC5F5-9FB7-A083-05A4-738039C6C7C6}"/>
              </a:ext>
            </a:extLst>
          </p:cNvPr>
          <p:cNvSpPr>
            <a:spLocks noGrp="1"/>
          </p:cNvSpPr>
          <p:nvPr>
            <p:ph type="title"/>
          </p:nvPr>
        </p:nvSpPr>
        <p:spPr>
          <a:xfrm>
            <a:off x="386643" y="351348"/>
            <a:ext cx="10093237" cy="2001905"/>
          </a:xfrm>
        </p:spPr>
        <p:txBody>
          <a:bodyPr anchor="ctr">
            <a:normAutofit/>
          </a:bodyPr>
          <a:lstStyle/>
          <a:p>
            <a:r>
              <a:rPr lang="en-US" dirty="0">
                <a:solidFill>
                  <a:schemeClr val="tx2"/>
                </a:solidFill>
                <a:ea typeface="+mj-lt"/>
                <a:cs typeface="+mj-lt"/>
              </a:rPr>
              <a:t>Overall Side-channel Taxonomy</a:t>
            </a:r>
            <a:endParaRPr lang="en-US" dirty="0">
              <a:solidFill>
                <a:schemeClr val="tx2"/>
              </a:solidFill>
            </a:endParaRPr>
          </a:p>
        </p:txBody>
      </p:sp>
      <p:pic>
        <p:nvPicPr>
          <p:cNvPr id="4" name="Content Placeholder 3">
            <a:extLst>
              <a:ext uri="{FF2B5EF4-FFF2-40B4-BE49-F238E27FC236}">
                <a16:creationId xmlns:a16="http://schemas.microsoft.com/office/drawing/2014/main" id="{3E14B977-8F31-4425-772F-7BD88348D6F0}"/>
              </a:ext>
            </a:extLst>
          </p:cNvPr>
          <p:cNvPicPr>
            <a:picLocks noChangeAspect="1"/>
          </p:cNvPicPr>
          <p:nvPr/>
        </p:nvPicPr>
        <p:blipFill>
          <a:blip r:embed="rId2"/>
          <a:stretch>
            <a:fillRect/>
          </a:stretch>
        </p:blipFill>
        <p:spPr>
          <a:xfrm>
            <a:off x="1522964" y="1712449"/>
            <a:ext cx="9288856" cy="4789758"/>
          </a:xfrm>
          <a:prstGeom prst="rect">
            <a:avLst/>
          </a:prstGeom>
        </p:spPr>
      </p:pic>
    </p:spTree>
    <p:extLst>
      <p:ext uri="{BB962C8B-B14F-4D97-AF65-F5344CB8AC3E}">
        <p14:creationId xmlns:p14="http://schemas.microsoft.com/office/powerpoint/2010/main" val="1935774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5" name="Rectangle 54">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7" name="Right Triangle 56">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61" name="Group 60">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62" name="Straight Connector 61">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FA52598-65C7-A2D4-C4BF-C0071A95E5A1}"/>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Case Study</a:t>
            </a:r>
            <a:endParaRPr lang="en-US">
              <a:solidFill>
                <a:schemeClr val="tx2"/>
              </a:solidFill>
            </a:endParaRPr>
          </a:p>
        </p:txBody>
      </p:sp>
      <p:sp>
        <p:nvSpPr>
          <p:cNvPr id="8" name="Content Placeholder 7">
            <a:extLst>
              <a:ext uri="{FF2B5EF4-FFF2-40B4-BE49-F238E27FC236}">
                <a16:creationId xmlns:a16="http://schemas.microsoft.com/office/drawing/2014/main" id="{F041D0AE-44E9-E37C-65F0-FE42A2D2DEB5}"/>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3200" dirty="0">
                <a:solidFill>
                  <a:schemeClr val="tx2"/>
                </a:solidFill>
              </a:rPr>
              <a:t>ATM PIN</a:t>
            </a:r>
          </a:p>
          <a:p>
            <a:pPr>
              <a:buClr>
                <a:srgbClr val="FFFFFF"/>
              </a:buClr>
            </a:pPr>
            <a:r>
              <a:rPr lang="en-US" sz="3200" dirty="0">
                <a:solidFill>
                  <a:schemeClr val="tx2"/>
                </a:solidFill>
              </a:rPr>
              <a:t>4 Digits</a:t>
            </a:r>
          </a:p>
        </p:txBody>
      </p:sp>
      <p:pic>
        <p:nvPicPr>
          <p:cNvPr id="6" name="Picture 5" descr="Pin code keypad for ATM machine and security safe Stock Vector | Adobe Stock">
            <a:extLst>
              <a:ext uri="{FF2B5EF4-FFF2-40B4-BE49-F238E27FC236}">
                <a16:creationId xmlns:a16="http://schemas.microsoft.com/office/drawing/2014/main" id="{EA4E32EE-1E7E-8D79-2E1B-D81B6CD385BB}"/>
              </a:ext>
            </a:extLst>
          </p:cNvPr>
          <p:cNvPicPr>
            <a:picLocks noChangeAspect="1"/>
          </p:cNvPicPr>
          <p:nvPr/>
        </p:nvPicPr>
        <p:blipFill>
          <a:blip r:embed="rId3"/>
          <a:stretch>
            <a:fillRect/>
          </a:stretch>
        </p:blipFill>
        <p:spPr>
          <a:xfrm>
            <a:off x="5830631" y="732348"/>
            <a:ext cx="5541973" cy="5541973"/>
          </a:xfrm>
          <a:prstGeom prst="rect">
            <a:avLst/>
          </a:prstGeom>
        </p:spPr>
      </p:pic>
    </p:spTree>
    <p:extLst>
      <p:ext uri="{BB962C8B-B14F-4D97-AF65-F5344CB8AC3E}">
        <p14:creationId xmlns:p14="http://schemas.microsoft.com/office/powerpoint/2010/main" val="2548151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 name="Group 1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2" name="Freeform: Shape 4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4" name="Freeform: Shape 4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46" name="Rectangle 45">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48" name="Group 47">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9" name="Freeform: Shape 78">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81" name="Group 80">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12" name="Rectangle 111">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4" name="Rectangle 113">
            <a:extLst>
              <a:ext uri="{FF2B5EF4-FFF2-40B4-BE49-F238E27FC236}">
                <a16:creationId xmlns:a16="http://schemas.microsoft.com/office/drawing/2014/main" id="{4A929113-1368-4B1B-9C6F-140F47CBF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Right Triangle 115">
            <a:extLst>
              <a:ext uri="{FF2B5EF4-FFF2-40B4-BE49-F238E27FC236}">
                <a16:creationId xmlns:a16="http://schemas.microsoft.com/office/drawing/2014/main" id="{C24346C5-B1C8-4C83-846B-122A3B4B2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0" y="1555699"/>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Shape 117">
            <a:extLst>
              <a:ext uri="{FF2B5EF4-FFF2-40B4-BE49-F238E27FC236}">
                <a16:creationId xmlns:a16="http://schemas.microsoft.com/office/drawing/2014/main" id="{0B6C48B2-8296-4312-8901-93BB7735D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5" y="4554328"/>
            <a:ext cx="12197917" cy="2303672"/>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20" name="Group 119">
            <a:extLst>
              <a:ext uri="{FF2B5EF4-FFF2-40B4-BE49-F238E27FC236}">
                <a16:creationId xmlns:a16="http://schemas.microsoft.com/office/drawing/2014/main" id="{90F28F7A-4F2F-4C1B-AF1C-A6E7C79532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B23CC870-B5E9-475F-A625-9E862A6295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2A6B08C-017D-4B4D-95EC-4BB83C5541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94599402-E1B8-4E3B-A56D-68606FC1EF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720C48A-E9A0-4B85-A954-39375E099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0E26956-FF2A-412E-ACC4-29CCD02599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B31E652-49AC-4108-85B8-75122A48A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C1DB29F-0624-4035-B188-640616D5DE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D27221C-2427-4C99-89DC-1A38A54058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2DBF1D76-8076-4BAE-B627-F1861C9E08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8E930E41-FC2F-4319-9C28-32C278430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0936C1B-0C10-464B-85C8-345095AAB3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B90EC61-FD0C-434A-9D1B-A20035C214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A5F5CC56-1FDA-4D3E-9C6E-8E996026C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72B8FB2-B735-480F-9A88-48AADB2227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5B46C1B-4FC4-4E24-AC43-07940BE1E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34915AF-0AE3-4EDD-8681-4C3F2C592B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C35A3F3-714E-4F69-9BDF-8ED284EF29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3D561AC-B0B1-47EB-BE05-209F5612B7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3508E52-4FD9-4E6D-AFEA-69A88ED268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69DDE76-16F7-472F-B6D7-84AE8FFF31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2D87BEF-8844-4A3E-B130-B7D26740CC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B381129-2089-4EAA-AE6C-2BAA96BC8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B69BF7A-FA63-4706-8066-DF15018E66F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6A3ECB71-0CCD-403F-B14B-ABC48D78CD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9095BBA-0FE1-49E5-89F7-22125BAF8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B55351D8-6F27-4B82-968B-581B177CB4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51025A5-EB5A-4057-A85E-69AF0E6BE6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5030318B-EEB9-4D92-BC50-D115109898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17FC0E3-7CC7-4188-BC7A-7E8FB55649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90DC4BD-E518-5F22-131B-DBB76359F537}"/>
              </a:ext>
            </a:extLst>
          </p:cNvPr>
          <p:cNvSpPr>
            <a:spLocks noGrp="1"/>
          </p:cNvSpPr>
          <p:nvPr>
            <p:ph type="title"/>
          </p:nvPr>
        </p:nvSpPr>
        <p:spPr>
          <a:xfrm>
            <a:off x="453142" y="168275"/>
            <a:ext cx="6542916" cy="2574923"/>
          </a:xfrm>
        </p:spPr>
        <p:txBody>
          <a:bodyPr vert="horz" lIns="91440" tIns="45720" rIns="91440" bIns="45720" rtlCol="0" anchor="ctr">
            <a:normAutofit/>
          </a:bodyPr>
          <a:lstStyle/>
          <a:p>
            <a:r>
              <a:rPr lang="en-US" sz="5400">
                <a:solidFill>
                  <a:schemeClr val="tx2"/>
                </a:solidFill>
              </a:rPr>
              <a:t>Python function to check a 4-digit PIN </a:t>
            </a:r>
          </a:p>
        </p:txBody>
      </p:sp>
      <p:pic>
        <p:nvPicPr>
          <p:cNvPr id="4" name="Content Placeholder 3" descr="A computer screen shot of a black screen with white text&#10;&#10;Description automatically generated">
            <a:extLst>
              <a:ext uri="{FF2B5EF4-FFF2-40B4-BE49-F238E27FC236}">
                <a16:creationId xmlns:a16="http://schemas.microsoft.com/office/drawing/2014/main" id="{B66D9C08-58D9-A6E8-D8BB-80BF0219F5D1}"/>
              </a:ext>
            </a:extLst>
          </p:cNvPr>
          <p:cNvPicPr>
            <a:picLocks noGrp="1" noChangeAspect="1"/>
          </p:cNvPicPr>
          <p:nvPr>
            <p:ph idx="1"/>
          </p:nvPr>
        </p:nvPicPr>
        <p:blipFill>
          <a:blip r:embed="rId2"/>
          <a:stretch>
            <a:fillRect/>
          </a:stretch>
        </p:blipFill>
        <p:spPr>
          <a:xfrm>
            <a:off x="1783285" y="2178116"/>
            <a:ext cx="8768213" cy="4662757"/>
          </a:xfrm>
          <a:prstGeom prst="rect">
            <a:avLst/>
          </a:prstGeom>
        </p:spPr>
      </p:pic>
    </p:spTree>
    <p:extLst>
      <p:ext uri="{BB962C8B-B14F-4D97-AF65-F5344CB8AC3E}">
        <p14:creationId xmlns:p14="http://schemas.microsoft.com/office/powerpoint/2010/main" val="574903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5D7FE7F-19AF-C9CA-DC16-856A7FFDA9F3}"/>
              </a:ext>
            </a:extLst>
          </p:cNvPr>
          <p:cNvSpPr>
            <a:spLocks noGrp="1"/>
          </p:cNvSpPr>
          <p:nvPr>
            <p:ph type="title"/>
          </p:nvPr>
        </p:nvSpPr>
        <p:spPr>
          <a:xfrm>
            <a:off x="457201" y="732348"/>
            <a:ext cx="4419600" cy="2240735"/>
          </a:xfrm>
        </p:spPr>
        <p:txBody>
          <a:bodyPr>
            <a:normAutofit/>
          </a:bodyPr>
          <a:lstStyle/>
          <a:p>
            <a:r>
              <a:rPr lang="en-US" dirty="0">
                <a:solidFill>
                  <a:schemeClr val="tx2"/>
                </a:solidFill>
                <a:cs typeface="Posterama"/>
              </a:rPr>
              <a:t>Timing Analysis</a:t>
            </a:r>
            <a:endParaRPr lang="en-US" dirty="0">
              <a:solidFill>
                <a:schemeClr val="tx2"/>
              </a:solidFill>
            </a:endParaRPr>
          </a:p>
        </p:txBody>
      </p:sp>
      <p:sp>
        <p:nvSpPr>
          <p:cNvPr id="3" name="Content Placeholder 2">
            <a:extLst>
              <a:ext uri="{FF2B5EF4-FFF2-40B4-BE49-F238E27FC236}">
                <a16:creationId xmlns:a16="http://schemas.microsoft.com/office/drawing/2014/main" id="{ACA630EC-4CA2-1E29-3325-1FD17FD6873B}"/>
              </a:ext>
            </a:extLst>
          </p:cNvPr>
          <p:cNvSpPr>
            <a:spLocks noGrp="1"/>
          </p:cNvSpPr>
          <p:nvPr>
            <p:ph idx="1"/>
          </p:nvPr>
        </p:nvSpPr>
        <p:spPr>
          <a:xfrm>
            <a:off x="457201" y="3264832"/>
            <a:ext cx="4419600" cy="2983568"/>
          </a:xfrm>
        </p:spPr>
        <p:txBody>
          <a:bodyPr vert="horz" lIns="91440" tIns="45720" rIns="91440" bIns="45720" rtlCol="0">
            <a:normAutofit/>
          </a:bodyPr>
          <a:lstStyle/>
          <a:p>
            <a:r>
              <a:rPr lang="en-US" sz="1800" b="1">
                <a:solidFill>
                  <a:schemeClr val="tx2"/>
                </a:solidFill>
                <a:ea typeface="+mn-lt"/>
                <a:cs typeface="+mn-lt"/>
              </a:rPr>
              <a:t>Correct PIN ("1234")</a:t>
            </a:r>
            <a:r>
              <a:rPr lang="en-US" sz="1800">
                <a:solidFill>
                  <a:schemeClr val="tx2"/>
                </a:solidFill>
                <a:ea typeface="+mn-lt"/>
                <a:cs typeface="+mn-lt"/>
              </a:rPr>
              <a:t>: Approximately 0.042 seconds</a:t>
            </a:r>
            <a:endParaRPr lang="en-US" sz="1800">
              <a:solidFill>
                <a:schemeClr val="tx2"/>
              </a:solidFill>
            </a:endParaRPr>
          </a:p>
          <a:p>
            <a:pPr>
              <a:buClr>
                <a:srgbClr val="FFFFFF"/>
              </a:buClr>
            </a:pPr>
            <a:r>
              <a:rPr lang="en-US" sz="1800" b="1" dirty="0">
                <a:solidFill>
                  <a:schemeClr val="tx2"/>
                </a:solidFill>
                <a:ea typeface="+mn-lt"/>
                <a:cs typeface="+mn-lt"/>
              </a:rPr>
              <a:t>Wrong PINs</a:t>
            </a:r>
            <a:r>
              <a:rPr lang="en-US" sz="1800" dirty="0">
                <a:solidFill>
                  <a:schemeClr val="tx2"/>
                </a:solidFill>
                <a:ea typeface="+mn-lt"/>
                <a:cs typeface="+mn-lt"/>
              </a:rPr>
              <a:t>:</a:t>
            </a:r>
            <a:endParaRPr lang="en-US" sz="1800" dirty="0">
              <a:solidFill>
                <a:schemeClr val="tx2"/>
              </a:solidFill>
            </a:endParaRPr>
          </a:p>
          <a:p>
            <a:pPr lvl="1">
              <a:buClr>
                <a:srgbClr val="FFFFFF"/>
              </a:buClr>
            </a:pPr>
            <a:r>
              <a:rPr lang="en-US" sz="1800">
                <a:solidFill>
                  <a:schemeClr val="tx2"/>
                </a:solidFill>
                <a:ea typeface="+mn-lt"/>
                <a:cs typeface="+mn-lt"/>
              </a:rPr>
              <a:t>"1235": Approximately 0.042 seconds</a:t>
            </a:r>
            <a:endParaRPr lang="en-US" sz="1800">
              <a:solidFill>
                <a:schemeClr val="tx2"/>
              </a:solidFill>
            </a:endParaRPr>
          </a:p>
          <a:p>
            <a:pPr lvl="1">
              <a:buClr>
                <a:srgbClr val="FFFFFF"/>
              </a:buClr>
            </a:pPr>
            <a:r>
              <a:rPr lang="en-US" sz="1800">
                <a:solidFill>
                  <a:schemeClr val="tx2"/>
                </a:solidFill>
                <a:ea typeface="+mn-lt"/>
                <a:cs typeface="+mn-lt"/>
              </a:rPr>
              <a:t>"1244": Approximately 0.040 seconds</a:t>
            </a:r>
            <a:endParaRPr lang="en-US" sz="1800">
              <a:solidFill>
                <a:schemeClr val="tx2"/>
              </a:solidFill>
            </a:endParaRPr>
          </a:p>
          <a:p>
            <a:pPr lvl="1">
              <a:buClr>
                <a:srgbClr val="FFFFFF"/>
              </a:buClr>
            </a:pPr>
            <a:r>
              <a:rPr lang="en-US" sz="1800">
                <a:solidFill>
                  <a:schemeClr val="tx2"/>
                </a:solidFill>
                <a:ea typeface="+mn-lt"/>
                <a:cs typeface="+mn-lt"/>
              </a:rPr>
              <a:t>"1344": Approximately 0.021 seconds</a:t>
            </a:r>
            <a:endParaRPr lang="en-US" sz="1800">
              <a:solidFill>
                <a:schemeClr val="tx2"/>
              </a:solidFill>
            </a:endParaRPr>
          </a:p>
          <a:p>
            <a:pPr lvl="1">
              <a:buClr>
                <a:srgbClr val="FFFFFF"/>
              </a:buClr>
            </a:pPr>
            <a:r>
              <a:rPr lang="en-US" sz="1800">
                <a:solidFill>
                  <a:schemeClr val="tx2"/>
                </a:solidFill>
                <a:ea typeface="+mn-lt"/>
                <a:cs typeface="+mn-lt"/>
              </a:rPr>
              <a:t>"2344": Approximately 0.011 seconds</a:t>
            </a:r>
            <a:endParaRPr lang="en-US" sz="1800">
              <a:solidFill>
                <a:schemeClr val="tx2"/>
              </a:solidFill>
            </a:endParaRPr>
          </a:p>
          <a:p>
            <a:pPr>
              <a:buClr>
                <a:srgbClr val="FFFFFF"/>
              </a:buClr>
            </a:pPr>
            <a:endParaRPr lang="en-US" sz="1800">
              <a:solidFill>
                <a:schemeClr val="tx2"/>
              </a:solidFill>
            </a:endParaRPr>
          </a:p>
        </p:txBody>
      </p:sp>
      <p:pic>
        <p:nvPicPr>
          <p:cNvPr id="7" name="Graphic 6" descr="Fingerprint">
            <a:extLst>
              <a:ext uri="{FF2B5EF4-FFF2-40B4-BE49-F238E27FC236}">
                <a16:creationId xmlns:a16="http://schemas.microsoft.com/office/drawing/2014/main" id="{CC548E97-D4EA-3539-A947-FD62E68392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0631" y="732348"/>
            <a:ext cx="5541973" cy="5541973"/>
          </a:xfrm>
          <a:prstGeom prst="rect">
            <a:avLst/>
          </a:prstGeom>
        </p:spPr>
      </p:pic>
    </p:spTree>
    <p:extLst>
      <p:ext uri="{BB962C8B-B14F-4D97-AF65-F5344CB8AC3E}">
        <p14:creationId xmlns:p14="http://schemas.microsoft.com/office/powerpoint/2010/main" val="3377094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5AF85A6-F4C3-F75C-2C6D-08BE36592638}"/>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Code Analysis</a:t>
            </a:r>
            <a:endParaRPr lang="en-US">
              <a:solidFill>
                <a:schemeClr val="tx2"/>
              </a:solidFill>
            </a:endParaRPr>
          </a:p>
        </p:txBody>
      </p:sp>
      <p:sp>
        <p:nvSpPr>
          <p:cNvPr id="3" name="Content Placeholder 2">
            <a:extLst>
              <a:ext uri="{FF2B5EF4-FFF2-40B4-BE49-F238E27FC236}">
                <a16:creationId xmlns:a16="http://schemas.microsoft.com/office/drawing/2014/main" id="{AA2763EE-182B-303B-F93B-27932BA2A99F}"/>
              </a:ext>
            </a:extLst>
          </p:cNvPr>
          <p:cNvSpPr>
            <a:spLocks noGrp="1"/>
          </p:cNvSpPr>
          <p:nvPr>
            <p:ph idx="1"/>
          </p:nvPr>
        </p:nvSpPr>
        <p:spPr>
          <a:xfrm>
            <a:off x="457201" y="3264832"/>
            <a:ext cx="4419600" cy="2983568"/>
          </a:xfrm>
        </p:spPr>
        <p:txBody>
          <a:bodyPr vert="horz" lIns="91440" tIns="45720" rIns="91440" bIns="45720" rtlCol="0" anchor="t">
            <a:normAutofit/>
          </a:bodyPr>
          <a:lstStyle/>
          <a:p>
            <a:r>
              <a:rPr lang="en-US" sz="2400" dirty="0">
                <a:solidFill>
                  <a:schemeClr val="tx2"/>
                </a:solidFill>
              </a:rPr>
              <a:t>The code runs fast and exit early!!!</a:t>
            </a:r>
          </a:p>
          <a:p>
            <a:pPr>
              <a:buClr>
                <a:srgbClr val="FFFFFF"/>
              </a:buClr>
            </a:pPr>
            <a:r>
              <a:rPr lang="en-US" sz="2400" dirty="0">
                <a:solidFill>
                  <a:schemeClr val="tx2"/>
                </a:solidFill>
              </a:rPr>
              <a:t>Input Dependent</a:t>
            </a:r>
          </a:p>
          <a:p>
            <a:pPr>
              <a:buClr>
                <a:srgbClr val="FFFFFF"/>
              </a:buClr>
            </a:pPr>
            <a:r>
              <a:rPr lang="en-US" sz="2400" dirty="0">
                <a:solidFill>
                  <a:schemeClr val="tx2"/>
                </a:solidFill>
              </a:rPr>
              <a:t>This Allows the Attacker to guess the password from timing</a:t>
            </a:r>
          </a:p>
        </p:txBody>
      </p:sp>
      <p:pic>
        <p:nvPicPr>
          <p:cNvPr id="7" name="Graphic 6" descr="Disconnected">
            <a:extLst>
              <a:ext uri="{FF2B5EF4-FFF2-40B4-BE49-F238E27FC236}">
                <a16:creationId xmlns:a16="http://schemas.microsoft.com/office/drawing/2014/main" id="{FB4AC640-4EE3-C3F4-E5FC-802F335951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0631" y="732348"/>
            <a:ext cx="5541973" cy="5541973"/>
          </a:xfrm>
          <a:prstGeom prst="rect">
            <a:avLst/>
          </a:prstGeom>
        </p:spPr>
      </p:pic>
    </p:spTree>
    <p:extLst>
      <p:ext uri="{BB962C8B-B14F-4D97-AF65-F5344CB8AC3E}">
        <p14:creationId xmlns:p14="http://schemas.microsoft.com/office/powerpoint/2010/main" val="2873910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4" name="Rectangle 53">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6" name="Right Triangle 55">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Document 57">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94907"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60" name="Group 59">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61" name="Straight Connector 60">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C92D226-11B8-763C-A746-C0427CCE4C07}"/>
              </a:ext>
            </a:extLst>
          </p:cNvPr>
          <p:cNvSpPr>
            <a:spLocks noGrp="1"/>
          </p:cNvSpPr>
          <p:nvPr>
            <p:ph type="title"/>
          </p:nvPr>
        </p:nvSpPr>
        <p:spPr>
          <a:xfrm>
            <a:off x="457200" y="732348"/>
            <a:ext cx="6159160" cy="2240735"/>
          </a:xfrm>
        </p:spPr>
        <p:txBody>
          <a:bodyPr>
            <a:normAutofit/>
          </a:bodyPr>
          <a:lstStyle/>
          <a:p>
            <a:r>
              <a:rPr lang="en-US">
                <a:solidFill>
                  <a:schemeClr val="tx2"/>
                </a:solidFill>
                <a:cs typeface="Posterama"/>
              </a:rPr>
              <a:t>Mitigation</a:t>
            </a:r>
            <a:endParaRPr lang="en-US">
              <a:solidFill>
                <a:schemeClr val="tx2"/>
              </a:solidFill>
            </a:endParaRPr>
          </a:p>
        </p:txBody>
      </p:sp>
      <p:sp>
        <p:nvSpPr>
          <p:cNvPr id="8" name="Content Placeholder 2">
            <a:extLst>
              <a:ext uri="{FF2B5EF4-FFF2-40B4-BE49-F238E27FC236}">
                <a16:creationId xmlns:a16="http://schemas.microsoft.com/office/drawing/2014/main" id="{4E92E4B2-6EB5-AF80-7324-D81AC6551DFB}"/>
              </a:ext>
            </a:extLst>
          </p:cNvPr>
          <p:cNvSpPr>
            <a:spLocks noGrp="1"/>
          </p:cNvSpPr>
          <p:nvPr>
            <p:ph idx="1"/>
          </p:nvPr>
        </p:nvSpPr>
        <p:spPr>
          <a:xfrm>
            <a:off x="457200" y="3264832"/>
            <a:ext cx="6159160" cy="2980124"/>
          </a:xfrm>
        </p:spPr>
        <p:txBody>
          <a:bodyPr vert="horz" lIns="91440" tIns="45720" rIns="91440" bIns="45720" rtlCol="0" anchor="t">
            <a:normAutofit/>
          </a:bodyPr>
          <a:lstStyle/>
          <a:p>
            <a:r>
              <a:rPr lang="en-US" sz="2400" dirty="0">
                <a:solidFill>
                  <a:schemeClr val="tx2"/>
                </a:solidFill>
              </a:rPr>
              <a:t>Don’t exit early</a:t>
            </a:r>
          </a:p>
          <a:p>
            <a:pPr>
              <a:buClr>
                <a:srgbClr val="FFFFFF"/>
              </a:buClr>
            </a:pPr>
            <a:r>
              <a:rPr lang="en-US" sz="2400" dirty="0">
                <a:solidFill>
                  <a:schemeClr val="tx2"/>
                </a:solidFill>
              </a:rPr>
              <a:t>Remove Branches</a:t>
            </a:r>
          </a:p>
          <a:p>
            <a:pPr>
              <a:buClr>
                <a:srgbClr val="FFFFFF"/>
              </a:buClr>
            </a:pPr>
            <a:r>
              <a:rPr lang="en-US" sz="2400" dirty="0">
                <a:solidFill>
                  <a:schemeClr val="tx2"/>
                </a:solidFill>
              </a:rPr>
              <a:t>Try to achieve Contant time code O(1)</a:t>
            </a:r>
          </a:p>
          <a:p>
            <a:pPr>
              <a:buClr>
                <a:srgbClr val="FFFFFF"/>
              </a:buClr>
            </a:pPr>
            <a:endParaRPr lang="en-US" sz="2400" dirty="0">
              <a:solidFill>
                <a:schemeClr val="tx2"/>
              </a:solidFill>
            </a:endParaRPr>
          </a:p>
        </p:txBody>
      </p:sp>
      <p:pic>
        <p:nvPicPr>
          <p:cNvPr id="7" name="Graphic 6" descr="Irritant">
            <a:extLst>
              <a:ext uri="{FF2B5EF4-FFF2-40B4-BE49-F238E27FC236}">
                <a16:creationId xmlns:a16="http://schemas.microsoft.com/office/drawing/2014/main" id="{FB8FB064-D472-6B66-9FBE-D3B270C91E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3514" y="978211"/>
            <a:ext cx="5009616" cy="5009616"/>
          </a:xfrm>
          <a:prstGeom prst="rect">
            <a:avLst/>
          </a:prstGeom>
        </p:spPr>
      </p:pic>
    </p:spTree>
    <p:extLst>
      <p:ext uri="{BB962C8B-B14F-4D97-AF65-F5344CB8AC3E}">
        <p14:creationId xmlns:p14="http://schemas.microsoft.com/office/powerpoint/2010/main" val="2583792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ectangle 11">
            <a:extLst>
              <a:ext uri="{FF2B5EF4-FFF2-40B4-BE49-F238E27FC236}">
                <a16:creationId xmlns:a16="http://schemas.microsoft.com/office/drawing/2014/main" id="{3712ED8D-807A-4E94-A9AF-C44676151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ight Triangle 13">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0136" y="1542777"/>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Document 8">
            <a:extLst>
              <a:ext uri="{FF2B5EF4-FFF2-40B4-BE49-F238E27FC236}">
                <a16:creationId xmlns:a16="http://schemas.microsoft.com/office/drawing/2014/main" id="{D8667B21-A39C-4ABB-9CED-0DD4CD739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270477" y="924332"/>
            <a:ext cx="6871335" cy="5022674"/>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42" h="47798">
                <a:moveTo>
                  <a:pt x="3" y="147"/>
                </a:moveTo>
                <a:lnTo>
                  <a:pt x="21623" y="0"/>
                </a:lnTo>
                <a:cubicBezTo>
                  <a:pt x="21623" y="5774"/>
                  <a:pt x="21642" y="38022"/>
                  <a:pt x="21642" y="43796"/>
                </a:cubicBezTo>
                <a:cubicBezTo>
                  <a:pt x="10842" y="43796"/>
                  <a:pt x="10842" y="50396"/>
                  <a:pt x="42" y="46646"/>
                </a:cubicBezTo>
                <a:cubicBezTo>
                  <a:pt x="61" y="31179"/>
                  <a:pt x="-16" y="15614"/>
                  <a:pt x="3" y="147"/>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C92D226-11B8-763C-A746-C0427CCE4C07}"/>
              </a:ext>
            </a:extLst>
          </p:cNvPr>
          <p:cNvSpPr>
            <a:spLocks noGrp="1"/>
          </p:cNvSpPr>
          <p:nvPr>
            <p:ph type="title"/>
          </p:nvPr>
        </p:nvSpPr>
        <p:spPr>
          <a:xfrm>
            <a:off x="457201" y="732348"/>
            <a:ext cx="4419600" cy="2240735"/>
          </a:xfrm>
        </p:spPr>
        <p:txBody>
          <a:bodyPr>
            <a:normAutofit/>
          </a:bodyPr>
          <a:lstStyle/>
          <a:p>
            <a:r>
              <a:rPr lang="en-US">
                <a:solidFill>
                  <a:schemeClr val="tx2"/>
                </a:solidFill>
                <a:cs typeface="Posterama"/>
              </a:rPr>
              <a:t>Mitigation</a:t>
            </a:r>
            <a:endParaRPr lang="en-US">
              <a:solidFill>
                <a:schemeClr val="tx2"/>
              </a:solidFill>
            </a:endParaRPr>
          </a:p>
        </p:txBody>
      </p:sp>
      <p:sp>
        <p:nvSpPr>
          <p:cNvPr id="8" name="Content Placeholder 2">
            <a:extLst>
              <a:ext uri="{FF2B5EF4-FFF2-40B4-BE49-F238E27FC236}">
                <a16:creationId xmlns:a16="http://schemas.microsoft.com/office/drawing/2014/main" id="{4E92E4B2-6EB5-AF80-7324-D81AC6551DFB}"/>
              </a:ext>
            </a:extLst>
          </p:cNvPr>
          <p:cNvSpPr>
            <a:spLocks noGrp="1"/>
          </p:cNvSpPr>
          <p:nvPr>
            <p:ph idx="1"/>
          </p:nvPr>
        </p:nvSpPr>
        <p:spPr>
          <a:xfrm>
            <a:off x="457201" y="3264832"/>
            <a:ext cx="4419600" cy="2983568"/>
          </a:xfrm>
        </p:spPr>
        <p:txBody>
          <a:bodyPr vert="horz" lIns="91440" tIns="45720" rIns="91440" bIns="45720" rtlCol="0" anchor="t">
            <a:noAutofit/>
          </a:bodyPr>
          <a:lstStyle/>
          <a:p>
            <a:pPr>
              <a:buClr>
                <a:srgbClr val="FFFFFF"/>
              </a:buClr>
            </a:pPr>
            <a:r>
              <a:rPr lang="en-US" sz="2400" dirty="0">
                <a:solidFill>
                  <a:schemeClr val="tx2"/>
                </a:solidFill>
                <a:ea typeface="+mn-lt"/>
                <a:cs typeface="+mn-lt"/>
              </a:rPr>
              <a:t>Understand Vulnerabilities</a:t>
            </a:r>
            <a:endParaRPr lang="en-US" sz="2400" dirty="0">
              <a:solidFill>
                <a:schemeClr val="tx2"/>
              </a:solidFill>
            </a:endParaRPr>
          </a:p>
          <a:p>
            <a:pPr>
              <a:buClr>
                <a:srgbClr val="FFFFFF"/>
              </a:buClr>
            </a:pPr>
            <a:r>
              <a:rPr lang="en-US" sz="2400" dirty="0">
                <a:solidFill>
                  <a:schemeClr val="tx2"/>
                </a:solidFill>
                <a:ea typeface="+mn-lt"/>
                <a:cs typeface="+mn-lt"/>
              </a:rPr>
              <a:t>Security Training</a:t>
            </a:r>
            <a:endParaRPr lang="en-US" sz="2400" dirty="0">
              <a:solidFill>
                <a:schemeClr val="tx2"/>
              </a:solidFill>
            </a:endParaRPr>
          </a:p>
          <a:p>
            <a:pPr>
              <a:buClr>
                <a:srgbClr val="FFFFFF"/>
              </a:buClr>
            </a:pPr>
            <a:r>
              <a:rPr lang="en-US" sz="2400" dirty="0">
                <a:solidFill>
                  <a:schemeClr val="tx2"/>
                </a:solidFill>
                <a:ea typeface="+mn-lt"/>
                <a:cs typeface="+mn-lt"/>
              </a:rPr>
              <a:t>Physical Isolation</a:t>
            </a:r>
            <a:endParaRPr lang="en-US" sz="2400" dirty="0">
              <a:solidFill>
                <a:schemeClr val="tx2"/>
              </a:solidFill>
            </a:endParaRPr>
          </a:p>
          <a:p>
            <a:pPr>
              <a:buClr>
                <a:srgbClr val="FFFFFF"/>
              </a:buClr>
            </a:pPr>
            <a:r>
              <a:rPr lang="en-US" sz="2400" dirty="0">
                <a:solidFill>
                  <a:schemeClr val="tx2"/>
                </a:solidFill>
                <a:ea typeface="+mn-lt"/>
                <a:cs typeface="+mn-lt"/>
              </a:rPr>
              <a:t>Process and Memory Isolation</a:t>
            </a:r>
            <a:endParaRPr lang="en-US" sz="2400" dirty="0">
              <a:solidFill>
                <a:schemeClr val="tx2"/>
              </a:solidFill>
            </a:endParaRPr>
          </a:p>
          <a:p>
            <a:pPr>
              <a:buClr>
                <a:srgbClr val="FFFFFF"/>
              </a:buClr>
            </a:pPr>
            <a:r>
              <a:rPr lang="en-US" sz="2400" dirty="0">
                <a:solidFill>
                  <a:schemeClr val="tx2"/>
                </a:solidFill>
                <a:ea typeface="+mn-lt"/>
                <a:cs typeface="+mn-lt"/>
              </a:rPr>
              <a:t>Reduce Attack Surface</a:t>
            </a:r>
          </a:p>
          <a:p>
            <a:pPr>
              <a:buClr>
                <a:srgbClr val="FFFFFF"/>
              </a:buClr>
            </a:pPr>
            <a:r>
              <a:rPr lang="en-US" sz="2400" dirty="0">
                <a:solidFill>
                  <a:schemeClr val="tx2"/>
                </a:solidFill>
                <a:ea typeface="+mn-lt"/>
                <a:cs typeface="+mn-lt"/>
              </a:rPr>
              <a:t>Randomization ASLR</a:t>
            </a:r>
          </a:p>
          <a:p>
            <a:pPr>
              <a:buClr>
                <a:srgbClr val="FFFFFF"/>
              </a:buClr>
            </a:pPr>
            <a:endParaRPr lang="en-US" sz="2400" dirty="0">
              <a:solidFill>
                <a:schemeClr val="tx2"/>
              </a:solidFill>
            </a:endParaRPr>
          </a:p>
          <a:p>
            <a:pPr>
              <a:buClr>
                <a:srgbClr val="FFFFFF"/>
              </a:buClr>
            </a:pPr>
            <a:endParaRPr lang="en-US" sz="2400" dirty="0">
              <a:solidFill>
                <a:schemeClr val="tx2"/>
              </a:solidFill>
            </a:endParaRPr>
          </a:p>
          <a:p>
            <a:pPr>
              <a:buClr>
                <a:srgbClr val="FFFFFF"/>
              </a:buClr>
            </a:pPr>
            <a:endParaRPr lang="en-US" sz="2400" dirty="0">
              <a:solidFill>
                <a:schemeClr val="tx2"/>
              </a:solidFill>
            </a:endParaRPr>
          </a:p>
        </p:txBody>
      </p:sp>
      <p:pic>
        <p:nvPicPr>
          <p:cNvPr id="7" name="Graphic 6" descr="Irritant">
            <a:extLst>
              <a:ext uri="{FF2B5EF4-FFF2-40B4-BE49-F238E27FC236}">
                <a16:creationId xmlns:a16="http://schemas.microsoft.com/office/drawing/2014/main" id="{FB8FB064-D472-6B66-9FBE-D3B270C91E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30631" y="732348"/>
            <a:ext cx="5541973" cy="5541973"/>
          </a:xfrm>
          <a:prstGeom prst="rect">
            <a:avLst/>
          </a:prstGeom>
        </p:spPr>
      </p:pic>
    </p:spTree>
    <p:extLst>
      <p:ext uri="{BB962C8B-B14F-4D97-AF65-F5344CB8AC3E}">
        <p14:creationId xmlns:p14="http://schemas.microsoft.com/office/powerpoint/2010/main" val="3678567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ight Triangle 12">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6" name="Straight Connector 15">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0483D27-B4D4-71F5-5FDE-6E4CE9DA7CE6}"/>
              </a:ext>
            </a:extLst>
          </p:cNvPr>
          <p:cNvSpPr>
            <a:spLocks noGrp="1"/>
          </p:cNvSpPr>
          <p:nvPr>
            <p:ph type="title"/>
          </p:nvPr>
        </p:nvSpPr>
        <p:spPr>
          <a:xfrm>
            <a:off x="457200" y="720772"/>
            <a:ext cx="3718767" cy="5531079"/>
          </a:xfrm>
        </p:spPr>
        <p:txBody>
          <a:bodyPr>
            <a:normAutofit/>
          </a:bodyPr>
          <a:lstStyle/>
          <a:p>
            <a:r>
              <a:rPr lang="en-US">
                <a:solidFill>
                  <a:schemeClr val="tx2">
                    <a:alpha val="80000"/>
                  </a:schemeClr>
                </a:solidFill>
                <a:ea typeface="+mj-lt"/>
                <a:cs typeface="+mj-lt"/>
              </a:rPr>
              <a:t>CVE-2023-32691</a:t>
            </a:r>
          </a:p>
        </p:txBody>
      </p:sp>
      <p:sp>
        <p:nvSpPr>
          <p:cNvPr id="46" name="Rectangle 45">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2">
            <a:extLst>
              <a:ext uri="{FF2B5EF4-FFF2-40B4-BE49-F238E27FC236}">
                <a16:creationId xmlns:a16="http://schemas.microsoft.com/office/drawing/2014/main" id="{545BA472-EB6D-2FF2-230C-6A3BA44573CB}"/>
              </a:ext>
            </a:extLst>
          </p:cNvPr>
          <p:cNvGraphicFramePr>
            <a:graphicFrameLocks noGrp="1"/>
          </p:cNvGraphicFramePr>
          <p:nvPr>
            <p:ph idx="1"/>
            <p:extLst>
              <p:ext uri="{D42A27DB-BD31-4B8C-83A1-F6EECF244321}">
                <p14:modId xmlns:p14="http://schemas.microsoft.com/office/powerpoint/2010/main" val="2482968924"/>
              </p:ext>
            </p:extLst>
          </p:nvPr>
        </p:nvGraphicFramePr>
        <p:xfrm>
          <a:off x="4184068" y="152400"/>
          <a:ext cx="7812562" cy="61639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3438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 name="Rectangle 165">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67" name="Group 166">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68" name="Freeform: Shape 167">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69" name="Freeform: Shape 168">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170" name="Rectangle 169">
            <a:extLst>
              <a:ext uri="{FF2B5EF4-FFF2-40B4-BE49-F238E27FC236}">
                <a16:creationId xmlns:a16="http://schemas.microsoft.com/office/drawing/2014/main" id="{3BBF3378-C49E-4B97-A883-6393FBF18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71" name="Group 170">
            <a:extLst>
              <a:ext uri="{FF2B5EF4-FFF2-40B4-BE49-F238E27FC236}">
                <a16:creationId xmlns:a16="http://schemas.microsoft.com/office/drawing/2014/main" id="{DA3D4001-286E-4CB2-B293-3058BDDC822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9" name="Straight Connector 48">
              <a:extLst>
                <a:ext uri="{FF2B5EF4-FFF2-40B4-BE49-F238E27FC236}">
                  <a16:creationId xmlns:a16="http://schemas.microsoft.com/office/drawing/2014/main" id="{F81F6D9A-C297-4D43-A56B-E097477E9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BD5299F-3CBD-431D-A276-1F6EBDE639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579A460-D36C-4808-99FD-224968EC8D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FACC58E-31A5-41E4-BCE1-9A0FF26F19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3EE866F-1BA5-4009-983D-0A270F2651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E7DADAE-DB0C-47E3-AE16-C7B09A326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AB89127-DBEE-47FB-951F-C4FEBC41E9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8F6061-E9B4-4C8B-B421-CB81EF3715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4F431D3-EEE6-4416-BA2B-7B8942561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3A1230D-F162-470F-B26A-44F48789F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128856B-8BFD-40E1-993B-93F4DDEEC0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AD4C0C2-878C-4A6F-998A-CDDC31ACDB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EE0349E-7D03-4F4E-BCAA-D6BAC3E057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4A5BD7-7EA2-4F4A-A88B-240C626054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DE89C9-D993-4FE5-9E60-4816CB1A6F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574CA6C-639F-41A6-AED3-15C0E0E1B6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3864BFB-5F88-4311-A2A0-12D067F91E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9B3E436-97A2-4763-9E55-2C470DF17D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462A8CC-9918-4941-9B4A-36FB3F8531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0671973-544E-4370-8DB9-174DAB82F9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505BD9-45DD-4763-90CB-FB9DB06615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022B701-1894-49C5-A67C-6B8377C7C5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0501CD9-45DC-4009-A410-08DB27A874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0BD35CA-BF52-4F44-B789-E3B98042D8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5AED4B0-30B1-4E36-86A4-42C2A91810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A1A0260-34D8-4474-8C33-ED80F83092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CCA183-C630-4855-8BD6-0E4EEE59FC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43E8B9F-C809-423A-ADAA-80CE5C0711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621EBC9-CEB1-4BA5-82D6-9944A3C123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72" name="Freeform: Shape 171">
            <a:extLst>
              <a:ext uri="{FF2B5EF4-FFF2-40B4-BE49-F238E27FC236}">
                <a16:creationId xmlns:a16="http://schemas.microsoft.com/office/drawing/2014/main" id="{EB68BB96-3C54-47CE-A559-16FC5968E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grpSp>
        <p:nvGrpSpPr>
          <p:cNvPr id="173" name="Group 172">
            <a:extLst>
              <a:ext uri="{FF2B5EF4-FFF2-40B4-BE49-F238E27FC236}">
                <a16:creationId xmlns:a16="http://schemas.microsoft.com/office/drawing/2014/main" id="{BDDD9304-3AB6-4BE9-833E-9C1B3EC42182}"/>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2" name="Straight Connector 81">
              <a:extLst>
                <a:ext uri="{FF2B5EF4-FFF2-40B4-BE49-F238E27FC236}">
                  <a16:creationId xmlns:a16="http://schemas.microsoft.com/office/drawing/2014/main" id="{C7756000-2285-4D38-AD2B-91F47CF8B5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F7A36A8-4BBE-49D8-94DA-606561AC09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61EE45E-0342-4F26-8CD3-85CDDF7E5A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C5DC0E-03C0-4CEB-AD10-3A3C999948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2E1CE081-E685-46D4-BAF7-54C65BD823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86C88F-30DD-46C8-9B05-F885D4EB07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290BAD11-B30B-49DE-A566-E21BCDDCFA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1F821CC-6C37-4415-8DA6-EF6B42D87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9ECD1FB-7FE8-477E-8E90-648AE4E932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81C9DD8-7FF3-44E6-9887-1CE07DBD95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54D87AF-08CE-4125-AF4B-8C8A9D340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3C9C908-1A58-4E28-969E-48E9BA61BB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530AEF7-35DB-44E3-93EB-B3F0FBA9E5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08D15E-72F2-45D7-9050-8322CB1F84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C764F43-FB23-49CB-B2CA-ACFBFB412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4C60457-68FC-4E1F-9ABB-E79094AEB1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2C915FB-0611-4283-8EC1-88510A69FC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F80AC6-E542-456F-BEE8-E9CF46AC21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EC6EED6-01FF-4941-A4AB-224D26EE11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F8D16FF7-D5D7-4A97-BB5E-A069EF13A4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D703DF22-27D8-481B-95B5-A4A7A62066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F7256DA-C9DD-498F-A3B4-789819FE4C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BEBA9FF-8036-4656-B1F1-87953464DC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575DABD2-EA79-4547-AFC6-53720AB60E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3060E1B5-52C7-4314-98B0-3AE8A0B630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33D416E-D8B5-4097-B7F0-1BA0357D36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862DFC-3406-4DC9-AA41-0CE64748AF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3C908427-368C-4792-A5E5-313F77FF28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88CB189E-908B-495D-B023-05D3D2C1B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174" name="Rectangle 173">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5" name="Rectangle 174">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6" name="Right Triangle 175">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Flowchart: Document 176">
            <a:extLst>
              <a:ext uri="{FF2B5EF4-FFF2-40B4-BE49-F238E27FC236}">
                <a16:creationId xmlns:a16="http://schemas.microsoft.com/office/drawing/2014/main" id="{B6DE7CCF-F894-44DD-9FA3-8BD0D5CE2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819901" y="1485903"/>
            <a:ext cx="6858000" cy="3886199"/>
          </a:xfrm>
          <a:prstGeom prst="flowChartDocument">
            <a:avLst/>
          </a:pr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grpSp>
        <p:nvGrpSpPr>
          <p:cNvPr id="178" name="Group 177">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1" name="Straight Connector 120">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708F1E1-E57D-E64C-A84F-B29EBAB7412C}"/>
              </a:ext>
            </a:extLst>
          </p:cNvPr>
          <p:cNvSpPr>
            <a:spLocks noGrp="1"/>
          </p:cNvSpPr>
          <p:nvPr>
            <p:ph type="title"/>
          </p:nvPr>
        </p:nvSpPr>
        <p:spPr>
          <a:xfrm>
            <a:off x="453142" y="725467"/>
            <a:ext cx="5414255" cy="2784496"/>
          </a:xfrm>
        </p:spPr>
        <p:txBody>
          <a:bodyPr vert="horz" lIns="91440" tIns="45720" rIns="91440" bIns="45720" rtlCol="0" anchor="b">
            <a:normAutofit/>
          </a:bodyPr>
          <a:lstStyle/>
          <a:p>
            <a:r>
              <a:rPr lang="en-US" sz="5400">
                <a:solidFill>
                  <a:schemeClr val="tx2"/>
                </a:solidFill>
              </a:rPr>
              <a:t>Questions</a:t>
            </a:r>
          </a:p>
        </p:txBody>
      </p:sp>
      <p:pic>
        <p:nvPicPr>
          <p:cNvPr id="179" name="Graphic 178" descr="Help">
            <a:extLst>
              <a:ext uri="{FF2B5EF4-FFF2-40B4-BE49-F238E27FC236}">
                <a16:creationId xmlns:a16="http://schemas.microsoft.com/office/drawing/2014/main" id="{93A43EC0-0D5B-047B-7825-9AEF328CE7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9158" y="988340"/>
            <a:ext cx="4997188" cy="4997188"/>
          </a:xfrm>
          <a:prstGeom prst="rect">
            <a:avLst/>
          </a:prstGeom>
        </p:spPr>
      </p:pic>
    </p:spTree>
    <p:extLst>
      <p:ext uri="{BB962C8B-B14F-4D97-AF65-F5344CB8AC3E}">
        <p14:creationId xmlns:p14="http://schemas.microsoft.com/office/powerpoint/2010/main" val="1777742190"/>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35</Slides>
  <Notes>17</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SineVTI</vt:lpstr>
      <vt:lpstr>SOFTWARE BASED SIDE CHANNEL ATTACKS AND DEFENSES: Introduction</vt:lpstr>
      <vt:lpstr>What is a Side Channel?</vt:lpstr>
      <vt:lpstr>Real-life examples (Cont.) </vt:lpstr>
      <vt:lpstr>Real-life examples</vt:lpstr>
      <vt:lpstr>Humans SCA</vt:lpstr>
      <vt:lpstr>Human Side-Channel Analysis</vt:lpstr>
      <vt:lpstr>Opportunities for SCA</vt:lpstr>
      <vt:lpstr>Side-Channel Attacks on IT Infrastructure</vt:lpstr>
      <vt:lpstr>The Goal of SCA</vt:lpstr>
      <vt:lpstr>Intended communication channel</vt:lpstr>
      <vt:lpstr>Concepts related to side-channel attacks</vt:lpstr>
      <vt:lpstr>Concepts related to side-channel attacks </vt:lpstr>
      <vt:lpstr>Covert Channel</vt:lpstr>
      <vt:lpstr>Motivation</vt:lpstr>
      <vt:lpstr>Scope that cross Cryptographic Systems</vt:lpstr>
      <vt:lpstr>SCA Techniques</vt:lpstr>
      <vt:lpstr>TEMPEST </vt:lpstr>
      <vt:lpstr>Bell 131-B2 Mixing Devices </vt:lpstr>
      <vt:lpstr>Electromagnetic Radiation from Video Display Units: An Eavesdropping Risk?” by Wim Van Eck</vt:lpstr>
      <vt:lpstr>Van Eck phreaking </vt:lpstr>
      <vt:lpstr>Unveiling the Pinnacle Achievements of Side Channel Attacks</vt:lpstr>
      <vt:lpstr>Measured quantity can lead to information leakage, and this is how various side-channels were introduced.</vt:lpstr>
      <vt:lpstr>SCA </vt:lpstr>
      <vt:lpstr>SCA Model</vt:lpstr>
      <vt:lpstr>PowerPoint Presentation</vt:lpstr>
      <vt:lpstr>SCA Classification</vt:lpstr>
      <vt:lpstr>Overall Side-channel Taxonomy</vt:lpstr>
      <vt:lpstr>Case Study</vt:lpstr>
      <vt:lpstr>Python function to check a 4-digit PIN </vt:lpstr>
      <vt:lpstr>Timing Analysis</vt:lpstr>
      <vt:lpstr>Code Analysis</vt:lpstr>
      <vt:lpstr>Mitigation</vt:lpstr>
      <vt:lpstr>Mitigation</vt:lpstr>
      <vt:lpstr>CVE-2023-32691</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203</cp:revision>
  <dcterms:created xsi:type="dcterms:W3CDTF">2024-02-07T15:52:47Z</dcterms:created>
  <dcterms:modified xsi:type="dcterms:W3CDTF">2024-02-23T04:51:27Z</dcterms:modified>
</cp:coreProperties>
</file>